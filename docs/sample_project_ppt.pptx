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6" r:id="rId13"/>
    <p:sldId id="280" r:id="rId14"/>
    <p:sldId id="292" r:id="rId15"/>
    <p:sldId id="281" r:id="rId16"/>
    <p:sldId id="293" r:id="rId17"/>
    <p:sldId id="282" r:id="rId18"/>
    <p:sldId id="294" r:id="rId19"/>
    <p:sldId id="285" r:id="rId20"/>
    <p:sldId id="286" r:id="rId21"/>
    <p:sldId id="295" r:id="rId22"/>
    <p:sldId id="296" r:id="rId23"/>
    <p:sldId id="279" r:id="rId24"/>
  </p:sldIdLst>
  <p:sldSz cx="12192000" cy="6858000"/>
  <p:notesSz cx="6858000" cy="9144000"/>
  <p:embeddedFontLst>
    <p:embeddedFont>
      <p:font typeface="Arial Narrow" panose="020B0606020202030204" pitchFamily="34" charset="0"/>
      <p:regular r:id="rId27"/>
      <p:bold r:id="rId28"/>
      <p:italic r:id="rId29"/>
      <p:boldItalic r:id="rId30"/>
    </p:embeddedFont>
    <p:embeddedFont>
      <p:font typeface="Oi" panose="020B0604020202020204" charset="0"/>
      <p:regular r:id="rId31"/>
    </p:embeddedFont>
  </p:embeddedFontLst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9496F4-DE71-4F18-AD07-9FDE4E680257}">
  <a:tblStyle styleId="{359496F4-DE71-4F18-AD07-9FDE4E6802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A53560-761C-4EF7-9A2E-57E2752CEB7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0458" autoAdjust="0"/>
  </p:normalViewPr>
  <p:slideViewPr>
    <p:cSldViewPr snapToGrid="0">
      <p:cViewPr varScale="1">
        <p:scale>
          <a:sx n="67" d="100"/>
          <a:sy n="67" d="100"/>
        </p:scale>
        <p:origin x="6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70ED48-5542-4709-9592-761EAD9D15C3}" type="doc">
      <dgm:prSet loTypeId="urn:microsoft.com/office/officeart/2008/layout/Titled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872D28-69EC-41C9-842B-B96BB6D9E6E1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Main Page</a:t>
          </a:r>
          <a:endParaRPr lang="en-IN" sz="1600" dirty="0">
            <a:solidFill>
              <a:srgbClr val="002060"/>
            </a:solidFill>
          </a:endParaRPr>
        </a:p>
      </dgm:t>
    </dgm:pt>
    <dgm:pt modelId="{28624FC6-DD15-415D-BE68-611455CF8934}" type="parTrans" cxnId="{3C68FB7D-DDE8-4A74-900C-DE9E71DB708F}">
      <dgm:prSet/>
      <dgm:spPr/>
      <dgm:t>
        <a:bodyPr/>
        <a:lstStyle/>
        <a:p>
          <a:endParaRPr lang="en-IN"/>
        </a:p>
      </dgm:t>
    </dgm:pt>
    <dgm:pt modelId="{F248075D-9B42-41B5-A209-9DAB9A6E4C8D}" type="sibTrans" cxnId="{3C68FB7D-DDE8-4A74-900C-DE9E71DB708F}">
      <dgm:prSet/>
      <dgm:spPr/>
      <dgm:t>
        <a:bodyPr/>
        <a:lstStyle/>
        <a:p>
          <a:endParaRPr lang="en-IN"/>
        </a:p>
      </dgm:t>
    </dgm:pt>
    <dgm:pt modelId="{1DB2DE0A-2ED8-4B5A-B0E7-5550975D3BFC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 Recycle Products</a:t>
          </a:r>
          <a:endParaRPr lang="en-IN" sz="1600" dirty="0">
            <a:solidFill>
              <a:srgbClr val="002060"/>
            </a:solidFill>
          </a:endParaRPr>
        </a:p>
      </dgm:t>
    </dgm:pt>
    <dgm:pt modelId="{720CD55C-34F0-49C4-B129-4A3DC9FA6BCC}" type="parTrans" cxnId="{19C2B512-2A64-4AC9-8DAF-B625C948BFA2}">
      <dgm:prSet/>
      <dgm:spPr/>
      <dgm:t>
        <a:bodyPr/>
        <a:lstStyle/>
        <a:p>
          <a:endParaRPr lang="en-IN"/>
        </a:p>
      </dgm:t>
    </dgm:pt>
    <dgm:pt modelId="{F80A8BEB-53C1-4422-A98A-73C160B9DB13}" type="sibTrans" cxnId="{19C2B512-2A64-4AC9-8DAF-B625C948BFA2}">
      <dgm:prSet/>
      <dgm:spPr/>
      <dgm:t>
        <a:bodyPr/>
        <a:lstStyle/>
        <a:p>
          <a:endParaRPr lang="en-IN"/>
        </a:p>
      </dgm:t>
    </dgm:pt>
    <dgm:pt modelId="{198DE975-D85D-4D8E-8118-2A3888CF0E75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Manage Order</a:t>
          </a:r>
          <a:endParaRPr lang="en-IN" sz="1600" dirty="0">
            <a:solidFill>
              <a:srgbClr val="002060"/>
            </a:solidFill>
          </a:endParaRPr>
        </a:p>
      </dgm:t>
    </dgm:pt>
    <dgm:pt modelId="{7A03E5C7-9906-4977-A5C9-7BA4B77174A1}" type="parTrans" cxnId="{50FCD30C-4CAB-4F41-9E39-A77A9CEB01F1}">
      <dgm:prSet/>
      <dgm:spPr/>
      <dgm:t>
        <a:bodyPr/>
        <a:lstStyle/>
        <a:p>
          <a:endParaRPr lang="en-IN"/>
        </a:p>
      </dgm:t>
    </dgm:pt>
    <dgm:pt modelId="{031F8D5D-D7AC-4159-B3F6-6E0FD7D3A4C4}" type="sibTrans" cxnId="{50FCD30C-4CAB-4F41-9E39-A77A9CEB01F1}">
      <dgm:prSet/>
      <dgm:spPr/>
      <dgm:t>
        <a:bodyPr/>
        <a:lstStyle/>
        <a:p>
          <a:endParaRPr lang="en-IN"/>
        </a:p>
      </dgm:t>
    </dgm:pt>
    <dgm:pt modelId="{6F8BF790-9B88-40D0-B7F7-345703FED7AA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Sell</a:t>
          </a:r>
          <a:r>
            <a:rPr lang="en-US" sz="1600" dirty="0"/>
            <a:t> </a:t>
          </a:r>
          <a:r>
            <a:rPr lang="en-US" sz="1600" dirty="0">
              <a:solidFill>
                <a:srgbClr val="002060"/>
              </a:solidFill>
            </a:rPr>
            <a:t>Side</a:t>
          </a:r>
          <a:endParaRPr lang="en-IN" sz="1600" dirty="0">
            <a:solidFill>
              <a:srgbClr val="002060"/>
            </a:solidFill>
          </a:endParaRPr>
        </a:p>
      </dgm:t>
    </dgm:pt>
    <dgm:pt modelId="{E8142574-5B97-4652-AE2B-DF2C55920798}" type="parTrans" cxnId="{E7B51A65-F0F4-4AC2-A6DE-75AFD1E8FE93}">
      <dgm:prSet/>
      <dgm:spPr/>
      <dgm:t>
        <a:bodyPr/>
        <a:lstStyle/>
        <a:p>
          <a:endParaRPr lang="en-IN"/>
        </a:p>
      </dgm:t>
    </dgm:pt>
    <dgm:pt modelId="{9D3346A8-2F8F-4D0D-BC7B-508F4E9351C3}" type="sibTrans" cxnId="{E7B51A65-F0F4-4AC2-A6DE-75AFD1E8FE93}">
      <dgm:prSet/>
      <dgm:spPr/>
      <dgm:t>
        <a:bodyPr/>
        <a:lstStyle/>
        <a:p>
          <a:endParaRPr lang="en-IN"/>
        </a:p>
      </dgm:t>
    </dgm:pt>
    <dgm:pt modelId="{7F19D74A-4C9F-4842-8F98-CD5834302787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Account</a:t>
          </a:r>
          <a:r>
            <a:rPr lang="en-US" sz="1300" dirty="0"/>
            <a:t> </a:t>
          </a:r>
          <a:endParaRPr lang="en-IN" sz="1300" dirty="0"/>
        </a:p>
      </dgm:t>
    </dgm:pt>
    <dgm:pt modelId="{A379A169-93D7-4319-80B7-A14181FF7D2D}" type="sibTrans" cxnId="{2A1D1C96-4D3F-44F3-823D-DA3978CFB2BA}">
      <dgm:prSet/>
      <dgm:spPr/>
      <dgm:t>
        <a:bodyPr/>
        <a:lstStyle/>
        <a:p>
          <a:endParaRPr lang="en-IN"/>
        </a:p>
      </dgm:t>
    </dgm:pt>
    <dgm:pt modelId="{F7201E17-3C6B-42A0-BD7A-56A85737EBA6}" type="parTrans" cxnId="{2A1D1C96-4D3F-44F3-823D-DA3978CFB2BA}">
      <dgm:prSet/>
      <dgm:spPr/>
      <dgm:t>
        <a:bodyPr/>
        <a:lstStyle/>
        <a:p>
          <a:endParaRPr lang="en-IN"/>
        </a:p>
      </dgm:t>
    </dgm:pt>
    <dgm:pt modelId="{2F646376-DCBF-412C-9E47-C8A2303D1D30}" type="pres">
      <dgm:prSet presAssocID="{D170ED48-5542-4709-9592-761EAD9D15C3}" presName="rootNode" presStyleCnt="0">
        <dgm:presLayoutVars>
          <dgm:chMax/>
          <dgm:chPref/>
          <dgm:dir/>
          <dgm:animLvl val="lvl"/>
        </dgm:presLayoutVars>
      </dgm:prSet>
      <dgm:spPr/>
    </dgm:pt>
    <dgm:pt modelId="{954241D2-817B-4B1E-9667-56D63C4E5B5E}" type="pres">
      <dgm:prSet presAssocID="{95872D28-69EC-41C9-842B-B96BB6D9E6E1}" presName="composite" presStyleCnt="0"/>
      <dgm:spPr/>
    </dgm:pt>
    <dgm:pt modelId="{7B544128-236A-4C8F-81E2-F7363674A42B}" type="pres">
      <dgm:prSet presAssocID="{95872D28-69EC-41C9-842B-B96BB6D9E6E1}" presName="ParentText" presStyleLbl="node1" presStyleIdx="0" presStyleCnt="5" custLinFactNeighborX="4015" custLinFactNeighborY="-3440">
        <dgm:presLayoutVars>
          <dgm:chMax val="1"/>
          <dgm:chPref val="1"/>
          <dgm:bulletEnabled val="1"/>
        </dgm:presLayoutVars>
      </dgm:prSet>
      <dgm:spPr/>
    </dgm:pt>
    <dgm:pt modelId="{7BA24BF4-FE58-4001-BE7A-1FA96A330703}" type="pres">
      <dgm:prSet presAssocID="{95872D28-69EC-41C9-842B-B96BB6D9E6E1}" presName="Image" presStyleLbl="bgImgPlace1" presStyleIdx="0" presStyleCnt="5" custScaleX="177163" custScaleY="100289" custLinFactNeighborX="11525" custLinFactNeighborY="-588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D95D609-E1B9-4D05-A7E8-7D31E8A8FC83}" type="pres">
      <dgm:prSet presAssocID="{95872D28-69EC-41C9-842B-B96BB6D9E6E1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B36141A8-70A1-4E8D-BFFA-81D643DE3DBB}" type="pres">
      <dgm:prSet presAssocID="{F248075D-9B42-41B5-A209-9DAB9A6E4C8D}" presName="sibTrans" presStyleCnt="0"/>
      <dgm:spPr/>
    </dgm:pt>
    <dgm:pt modelId="{0B6D6871-5535-4B5A-9E16-B799C45F44C4}" type="pres">
      <dgm:prSet presAssocID="{1DB2DE0A-2ED8-4B5A-B0E7-5550975D3BFC}" presName="composite" presStyleCnt="0"/>
      <dgm:spPr/>
    </dgm:pt>
    <dgm:pt modelId="{367FB015-5792-4E18-B651-0B3C792DF617}" type="pres">
      <dgm:prSet presAssocID="{1DB2DE0A-2ED8-4B5A-B0E7-5550975D3BFC}" presName="ParentText" presStyleLbl="node1" presStyleIdx="1" presStyleCnt="5" custLinFactNeighborX="2096" custLinFactNeighborY="23594">
        <dgm:presLayoutVars>
          <dgm:chMax val="1"/>
          <dgm:chPref val="1"/>
          <dgm:bulletEnabled val="1"/>
        </dgm:presLayoutVars>
      </dgm:prSet>
      <dgm:spPr/>
    </dgm:pt>
    <dgm:pt modelId="{84B16509-A48B-4559-AB17-966846ED5EEE}" type="pres">
      <dgm:prSet presAssocID="{1DB2DE0A-2ED8-4B5A-B0E7-5550975D3BFC}" presName="Image" presStyleLbl="bgImgPlace1" presStyleIdx="1" presStyleCnt="5" custScaleX="170410" custScaleY="100335" custLinFactNeighborX="3142" custLinFactNeighborY="-2281"/>
      <dgm:spPr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4FA97E68-99B0-4779-A2FD-28B130FFDA60}" type="pres">
      <dgm:prSet presAssocID="{1DB2DE0A-2ED8-4B5A-B0E7-5550975D3BFC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3265292E-A863-4B2A-B9BB-ED51E75CF374}" type="pres">
      <dgm:prSet presAssocID="{F80A8BEB-53C1-4422-A98A-73C160B9DB13}" presName="sibTrans" presStyleCnt="0"/>
      <dgm:spPr/>
    </dgm:pt>
    <dgm:pt modelId="{DC57F05B-76C7-4214-AC8F-BEF8366C9837}" type="pres">
      <dgm:prSet presAssocID="{7F19D74A-4C9F-4842-8F98-CD5834302787}" presName="composite" presStyleCnt="0"/>
      <dgm:spPr/>
    </dgm:pt>
    <dgm:pt modelId="{1DC0BEA1-FE60-4945-9502-1CF0BCE4C426}" type="pres">
      <dgm:prSet presAssocID="{7F19D74A-4C9F-4842-8F98-CD5834302787}" presName="ParentText" presStyleLbl="node1" presStyleIdx="2" presStyleCnt="5" custLinFactNeighborX="-10202" custLinFactNeighborY="3380">
        <dgm:presLayoutVars>
          <dgm:chMax val="1"/>
          <dgm:chPref val="1"/>
          <dgm:bulletEnabled val="1"/>
        </dgm:presLayoutVars>
      </dgm:prSet>
      <dgm:spPr/>
    </dgm:pt>
    <dgm:pt modelId="{3F0F4CC3-CD19-4526-9BFD-63D312A4591A}" type="pres">
      <dgm:prSet presAssocID="{7F19D74A-4C9F-4842-8F98-CD5834302787}" presName="Image" presStyleLbl="bgImgPlace1" presStyleIdx="2" presStyleCnt="5" custScaleX="163885" custScaleY="100271" custLinFactNeighborX="-6487" custLinFactNeighborY="-4005"/>
      <dgm:spPr>
        <a:blipFill rotWithShape="1">
          <a:blip xmlns:r="http://schemas.openxmlformats.org/officeDocument/2006/relationships" r:embed="rId3"/>
          <a:srcRect/>
          <a:stretch>
            <a:fillRect l="-4000" r="-4000"/>
          </a:stretch>
        </a:blipFill>
      </dgm:spPr>
    </dgm:pt>
    <dgm:pt modelId="{CFE66F97-04F7-4CFD-853B-5AD48A6D22D9}" type="pres">
      <dgm:prSet presAssocID="{7F19D74A-4C9F-4842-8F98-CD5834302787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31E2611C-6DA4-4961-AF59-C2AD01D372AA}" type="pres">
      <dgm:prSet presAssocID="{A379A169-93D7-4319-80B7-A14181FF7D2D}" presName="sibTrans" presStyleCnt="0"/>
      <dgm:spPr/>
    </dgm:pt>
    <dgm:pt modelId="{E3F2C450-D400-4631-A193-95FBE63E6527}" type="pres">
      <dgm:prSet presAssocID="{198DE975-D85D-4D8E-8118-2A3888CF0E75}" presName="composite" presStyleCnt="0"/>
      <dgm:spPr/>
    </dgm:pt>
    <dgm:pt modelId="{33B84DD3-8F55-4BB6-8CEC-405EE54AE954}" type="pres">
      <dgm:prSet presAssocID="{198DE975-D85D-4D8E-8118-2A3888CF0E75}" presName="ParentText" presStyleLbl="node1" presStyleIdx="3" presStyleCnt="5" custLinFactNeighborX="11101" custLinFactNeighborY="6405">
        <dgm:presLayoutVars>
          <dgm:chMax val="1"/>
          <dgm:chPref val="1"/>
          <dgm:bulletEnabled val="1"/>
        </dgm:presLayoutVars>
      </dgm:prSet>
      <dgm:spPr/>
    </dgm:pt>
    <dgm:pt modelId="{CD8DAC3B-479E-4C41-836A-9C47D1CA28D3}" type="pres">
      <dgm:prSet presAssocID="{198DE975-D85D-4D8E-8118-2A3888CF0E75}" presName="Image" presStyleLbl="bgImgPlace1" presStyleIdx="3" presStyleCnt="5" custScaleX="181215" custLinFactNeighborX="13199" custLinFactNeighborY="-3383"/>
      <dgm:spPr>
        <a:blipFill rotWithShape="1">
          <a:blip xmlns:r="http://schemas.openxmlformats.org/officeDocument/2006/relationships" r:embed="rId4"/>
          <a:srcRect/>
          <a:stretch>
            <a:fillRect t="-1000" b="-1000"/>
          </a:stretch>
        </a:blipFill>
      </dgm:spPr>
    </dgm:pt>
    <dgm:pt modelId="{D51BC582-4C9E-4A91-8565-7246BD37DC25}" type="pres">
      <dgm:prSet presAssocID="{198DE975-D85D-4D8E-8118-2A3888CF0E75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9CC95AA3-936D-4D44-A07C-72B2F0FC8FBA}" type="pres">
      <dgm:prSet presAssocID="{031F8D5D-D7AC-4159-B3F6-6E0FD7D3A4C4}" presName="sibTrans" presStyleCnt="0"/>
      <dgm:spPr/>
    </dgm:pt>
    <dgm:pt modelId="{FD61BA1C-A2D1-4F06-90BF-2C02C984B0B0}" type="pres">
      <dgm:prSet presAssocID="{6F8BF790-9B88-40D0-B7F7-345703FED7AA}" presName="composite" presStyleCnt="0"/>
      <dgm:spPr/>
    </dgm:pt>
    <dgm:pt modelId="{0AD33DBF-6AB8-46CA-B43C-080F95B1D70D}" type="pres">
      <dgm:prSet presAssocID="{6F8BF790-9B88-40D0-B7F7-345703FED7AA}" presName="ParentText" presStyleLbl="node1" presStyleIdx="4" presStyleCnt="5" custLinFactNeighborX="10486" custLinFactNeighborY="13795">
        <dgm:presLayoutVars>
          <dgm:chMax val="1"/>
          <dgm:chPref val="1"/>
          <dgm:bulletEnabled val="1"/>
        </dgm:presLayoutVars>
      </dgm:prSet>
      <dgm:spPr/>
    </dgm:pt>
    <dgm:pt modelId="{20FB86E7-D162-4960-9687-4B5B318A3463}" type="pres">
      <dgm:prSet presAssocID="{6F8BF790-9B88-40D0-B7F7-345703FED7AA}" presName="Image" presStyleLbl="bgImgPlace1" presStyleIdx="4" presStyleCnt="5" custScaleX="190214" custScaleY="107214" custLinFactNeighborX="16770" custLinFactNeighborY="-1743"/>
      <dgm:spPr>
        <a:blipFill rotWithShape="1"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8ED8AF10-4968-4097-A1FB-671A835A44AF}" type="pres">
      <dgm:prSet presAssocID="{6F8BF790-9B88-40D0-B7F7-345703FED7AA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0FCD30C-4CAB-4F41-9E39-A77A9CEB01F1}" srcId="{D170ED48-5542-4709-9592-761EAD9D15C3}" destId="{198DE975-D85D-4D8E-8118-2A3888CF0E75}" srcOrd="3" destOrd="0" parTransId="{7A03E5C7-9906-4977-A5C9-7BA4B77174A1}" sibTransId="{031F8D5D-D7AC-4159-B3F6-6E0FD7D3A4C4}"/>
    <dgm:cxn modelId="{19C2B512-2A64-4AC9-8DAF-B625C948BFA2}" srcId="{D170ED48-5542-4709-9592-761EAD9D15C3}" destId="{1DB2DE0A-2ED8-4B5A-B0E7-5550975D3BFC}" srcOrd="1" destOrd="0" parTransId="{720CD55C-34F0-49C4-B129-4A3DC9FA6BCC}" sibTransId="{F80A8BEB-53C1-4422-A98A-73C160B9DB13}"/>
    <dgm:cxn modelId="{E7B51A65-F0F4-4AC2-A6DE-75AFD1E8FE93}" srcId="{D170ED48-5542-4709-9592-761EAD9D15C3}" destId="{6F8BF790-9B88-40D0-B7F7-345703FED7AA}" srcOrd="4" destOrd="0" parTransId="{E8142574-5B97-4652-AE2B-DF2C55920798}" sibTransId="{9D3346A8-2F8F-4D0D-BC7B-508F4E9351C3}"/>
    <dgm:cxn modelId="{65DC3F45-1FB1-4D60-90C2-32C44EDB6533}" type="presOf" srcId="{95872D28-69EC-41C9-842B-B96BB6D9E6E1}" destId="{7B544128-236A-4C8F-81E2-F7363674A42B}" srcOrd="0" destOrd="0" presId="urn:microsoft.com/office/officeart/2008/layout/TitledPictureBlocks"/>
    <dgm:cxn modelId="{79F8264A-AF21-4CDB-BFA7-FEF59715F403}" type="presOf" srcId="{D170ED48-5542-4709-9592-761EAD9D15C3}" destId="{2F646376-DCBF-412C-9E47-C8A2303D1D30}" srcOrd="0" destOrd="0" presId="urn:microsoft.com/office/officeart/2008/layout/TitledPictureBlocks"/>
    <dgm:cxn modelId="{C5280C75-90D4-41A2-9678-7D2EB13FEACF}" type="presOf" srcId="{1DB2DE0A-2ED8-4B5A-B0E7-5550975D3BFC}" destId="{367FB015-5792-4E18-B651-0B3C792DF617}" srcOrd="0" destOrd="0" presId="urn:microsoft.com/office/officeart/2008/layout/TitledPictureBlocks"/>
    <dgm:cxn modelId="{3C68FB7D-DDE8-4A74-900C-DE9E71DB708F}" srcId="{D170ED48-5542-4709-9592-761EAD9D15C3}" destId="{95872D28-69EC-41C9-842B-B96BB6D9E6E1}" srcOrd="0" destOrd="0" parTransId="{28624FC6-DD15-415D-BE68-611455CF8934}" sibTransId="{F248075D-9B42-41B5-A209-9DAB9A6E4C8D}"/>
    <dgm:cxn modelId="{2A1D1C96-4D3F-44F3-823D-DA3978CFB2BA}" srcId="{D170ED48-5542-4709-9592-761EAD9D15C3}" destId="{7F19D74A-4C9F-4842-8F98-CD5834302787}" srcOrd="2" destOrd="0" parTransId="{F7201E17-3C6B-42A0-BD7A-56A85737EBA6}" sibTransId="{A379A169-93D7-4319-80B7-A14181FF7D2D}"/>
    <dgm:cxn modelId="{83FFA9CE-B40E-412F-827E-962322BED84E}" type="presOf" srcId="{198DE975-D85D-4D8E-8118-2A3888CF0E75}" destId="{33B84DD3-8F55-4BB6-8CEC-405EE54AE954}" srcOrd="0" destOrd="0" presId="urn:microsoft.com/office/officeart/2008/layout/TitledPictureBlocks"/>
    <dgm:cxn modelId="{7AAEB2D0-AA06-408B-B57A-8D54E0E2C239}" type="presOf" srcId="{7F19D74A-4C9F-4842-8F98-CD5834302787}" destId="{1DC0BEA1-FE60-4945-9502-1CF0BCE4C426}" srcOrd="0" destOrd="0" presId="urn:microsoft.com/office/officeart/2008/layout/TitledPictureBlocks"/>
    <dgm:cxn modelId="{7377C8E6-6491-4716-B457-ED53AAD4F66D}" type="presOf" srcId="{6F8BF790-9B88-40D0-B7F7-345703FED7AA}" destId="{0AD33DBF-6AB8-46CA-B43C-080F95B1D70D}" srcOrd="0" destOrd="0" presId="urn:microsoft.com/office/officeart/2008/layout/TitledPictureBlocks"/>
    <dgm:cxn modelId="{F320DA32-AF87-4113-A722-682032548629}" type="presParOf" srcId="{2F646376-DCBF-412C-9E47-C8A2303D1D30}" destId="{954241D2-817B-4B1E-9667-56D63C4E5B5E}" srcOrd="0" destOrd="0" presId="urn:microsoft.com/office/officeart/2008/layout/TitledPictureBlocks"/>
    <dgm:cxn modelId="{62BF90E9-2D1B-441C-A43F-9450FD58E5AA}" type="presParOf" srcId="{954241D2-817B-4B1E-9667-56D63C4E5B5E}" destId="{7B544128-236A-4C8F-81E2-F7363674A42B}" srcOrd="0" destOrd="0" presId="urn:microsoft.com/office/officeart/2008/layout/TitledPictureBlocks"/>
    <dgm:cxn modelId="{E006F324-D5F7-4239-ABB5-77C3B705949A}" type="presParOf" srcId="{954241D2-817B-4B1E-9667-56D63C4E5B5E}" destId="{7BA24BF4-FE58-4001-BE7A-1FA96A330703}" srcOrd="1" destOrd="0" presId="urn:microsoft.com/office/officeart/2008/layout/TitledPictureBlocks"/>
    <dgm:cxn modelId="{1C6ECC20-9EFF-4EE2-804C-7002111046F6}" type="presParOf" srcId="{954241D2-817B-4B1E-9667-56D63C4E5B5E}" destId="{5D95D609-E1B9-4D05-A7E8-7D31E8A8FC83}" srcOrd="2" destOrd="0" presId="urn:microsoft.com/office/officeart/2008/layout/TitledPictureBlocks"/>
    <dgm:cxn modelId="{7C162FA8-B9B9-4434-A1D8-D37BDF9966C4}" type="presParOf" srcId="{2F646376-DCBF-412C-9E47-C8A2303D1D30}" destId="{B36141A8-70A1-4E8D-BFFA-81D643DE3DBB}" srcOrd="1" destOrd="0" presId="urn:microsoft.com/office/officeart/2008/layout/TitledPictureBlocks"/>
    <dgm:cxn modelId="{A4955DC6-D6DA-4B8B-BD21-71B945F41663}" type="presParOf" srcId="{2F646376-DCBF-412C-9E47-C8A2303D1D30}" destId="{0B6D6871-5535-4B5A-9E16-B799C45F44C4}" srcOrd="2" destOrd="0" presId="urn:microsoft.com/office/officeart/2008/layout/TitledPictureBlocks"/>
    <dgm:cxn modelId="{FF69A4DF-1417-4FDB-8AA7-75A0ED0EA90A}" type="presParOf" srcId="{0B6D6871-5535-4B5A-9E16-B799C45F44C4}" destId="{367FB015-5792-4E18-B651-0B3C792DF617}" srcOrd="0" destOrd="0" presId="urn:microsoft.com/office/officeart/2008/layout/TitledPictureBlocks"/>
    <dgm:cxn modelId="{5A7B40DF-3F77-474D-AC78-8D6CD70A141D}" type="presParOf" srcId="{0B6D6871-5535-4B5A-9E16-B799C45F44C4}" destId="{84B16509-A48B-4559-AB17-966846ED5EEE}" srcOrd="1" destOrd="0" presId="urn:microsoft.com/office/officeart/2008/layout/TitledPictureBlocks"/>
    <dgm:cxn modelId="{4C3A9CEB-6DC6-4CAC-A8A7-5CA13B58F58F}" type="presParOf" srcId="{0B6D6871-5535-4B5A-9E16-B799C45F44C4}" destId="{4FA97E68-99B0-4779-A2FD-28B130FFDA60}" srcOrd="2" destOrd="0" presId="urn:microsoft.com/office/officeart/2008/layout/TitledPictureBlocks"/>
    <dgm:cxn modelId="{7B993D26-D2A3-42F7-8C1D-EE1979210D27}" type="presParOf" srcId="{2F646376-DCBF-412C-9E47-C8A2303D1D30}" destId="{3265292E-A863-4B2A-B9BB-ED51E75CF374}" srcOrd="3" destOrd="0" presId="urn:microsoft.com/office/officeart/2008/layout/TitledPictureBlocks"/>
    <dgm:cxn modelId="{EB5F2B55-022C-4845-814C-7CDFD51E715C}" type="presParOf" srcId="{2F646376-DCBF-412C-9E47-C8A2303D1D30}" destId="{DC57F05B-76C7-4214-AC8F-BEF8366C9837}" srcOrd="4" destOrd="0" presId="urn:microsoft.com/office/officeart/2008/layout/TitledPictureBlocks"/>
    <dgm:cxn modelId="{9BAA01CF-8EE2-43F1-9DD3-50842CD5DB4F}" type="presParOf" srcId="{DC57F05B-76C7-4214-AC8F-BEF8366C9837}" destId="{1DC0BEA1-FE60-4945-9502-1CF0BCE4C426}" srcOrd="0" destOrd="0" presId="urn:microsoft.com/office/officeart/2008/layout/TitledPictureBlocks"/>
    <dgm:cxn modelId="{80060728-33CF-436C-8F97-500CC62C1D29}" type="presParOf" srcId="{DC57F05B-76C7-4214-AC8F-BEF8366C9837}" destId="{3F0F4CC3-CD19-4526-9BFD-63D312A4591A}" srcOrd="1" destOrd="0" presId="urn:microsoft.com/office/officeart/2008/layout/TitledPictureBlocks"/>
    <dgm:cxn modelId="{E6AC4EA5-0672-4C82-9C07-DB6D38CB38A2}" type="presParOf" srcId="{DC57F05B-76C7-4214-AC8F-BEF8366C9837}" destId="{CFE66F97-04F7-4CFD-853B-5AD48A6D22D9}" srcOrd="2" destOrd="0" presId="urn:microsoft.com/office/officeart/2008/layout/TitledPictureBlocks"/>
    <dgm:cxn modelId="{274EF1FE-C477-4742-BB7C-DC799B995A5A}" type="presParOf" srcId="{2F646376-DCBF-412C-9E47-C8A2303D1D30}" destId="{31E2611C-6DA4-4961-AF59-C2AD01D372AA}" srcOrd="5" destOrd="0" presId="urn:microsoft.com/office/officeart/2008/layout/TitledPictureBlocks"/>
    <dgm:cxn modelId="{DF7B2FB9-8F8A-41FA-936C-BFA4352F6A51}" type="presParOf" srcId="{2F646376-DCBF-412C-9E47-C8A2303D1D30}" destId="{E3F2C450-D400-4631-A193-95FBE63E6527}" srcOrd="6" destOrd="0" presId="urn:microsoft.com/office/officeart/2008/layout/TitledPictureBlocks"/>
    <dgm:cxn modelId="{A5FC23BC-BE99-4AE4-89F4-2805AA21730B}" type="presParOf" srcId="{E3F2C450-D400-4631-A193-95FBE63E6527}" destId="{33B84DD3-8F55-4BB6-8CEC-405EE54AE954}" srcOrd="0" destOrd="0" presId="urn:microsoft.com/office/officeart/2008/layout/TitledPictureBlocks"/>
    <dgm:cxn modelId="{2FB5B752-10B8-492E-AE89-29E66A8B2C54}" type="presParOf" srcId="{E3F2C450-D400-4631-A193-95FBE63E6527}" destId="{CD8DAC3B-479E-4C41-836A-9C47D1CA28D3}" srcOrd="1" destOrd="0" presId="urn:microsoft.com/office/officeart/2008/layout/TitledPictureBlocks"/>
    <dgm:cxn modelId="{45FF5E18-E70B-4A96-A30A-3C4CC57207EB}" type="presParOf" srcId="{E3F2C450-D400-4631-A193-95FBE63E6527}" destId="{D51BC582-4C9E-4A91-8565-7246BD37DC25}" srcOrd="2" destOrd="0" presId="urn:microsoft.com/office/officeart/2008/layout/TitledPictureBlocks"/>
    <dgm:cxn modelId="{F4E5FC1B-A210-4F14-A10A-155BA4B17264}" type="presParOf" srcId="{2F646376-DCBF-412C-9E47-C8A2303D1D30}" destId="{9CC95AA3-936D-4D44-A07C-72B2F0FC8FBA}" srcOrd="7" destOrd="0" presId="urn:microsoft.com/office/officeart/2008/layout/TitledPictureBlocks"/>
    <dgm:cxn modelId="{B8BD0A05-24B4-4538-A5A2-6F75FE53673D}" type="presParOf" srcId="{2F646376-DCBF-412C-9E47-C8A2303D1D30}" destId="{FD61BA1C-A2D1-4F06-90BF-2C02C984B0B0}" srcOrd="8" destOrd="0" presId="urn:microsoft.com/office/officeart/2008/layout/TitledPictureBlocks"/>
    <dgm:cxn modelId="{9D92313A-972D-41B4-AFE2-10C29907EA76}" type="presParOf" srcId="{FD61BA1C-A2D1-4F06-90BF-2C02C984B0B0}" destId="{0AD33DBF-6AB8-46CA-B43C-080F95B1D70D}" srcOrd="0" destOrd="0" presId="urn:microsoft.com/office/officeart/2008/layout/TitledPictureBlocks"/>
    <dgm:cxn modelId="{EAB624E8-FA81-4C2C-86AF-399E990AA68E}" type="presParOf" srcId="{FD61BA1C-A2D1-4F06-90BF-2C02C984B0B0}" destId="{20FB86E7-D162-4960-9687-4B5B318A3463}" srcOrd="1" destOrd="0" presId="urn:microsoft.com/office/officeart/2008/layout/TitledPictureBlocks"/>
    <dgm:cxn modelId="{B80ED6F6-B15D-49E7-8A67-9C746FB736A1}" type="presParOf" srcId="{FD61BA1C-A2D1-4F06-90BF-2C02C984B0B0}" destId="{8ED8AF10-4968-4097-A1FB-671A835A44AF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70ED48-5542-4709-9592-761EAD9D15C3}" type="doc">
      <dgm:prSet loTypeId="urn:microsoft.com/office/officeart/2008/layout/TitledPictureBlocks" loCatId="picture" qsTypeId="urn:microsoft.com/office/officeart/2005/8/quickstyle/simple1" qsCatId="simple" csTypeId="urn:microsoft.com/office/officeart/2005/8/colors/accent1_2" csCatId="accent1" phldr="1"/>
      <dgm:spPr/>
    </dgm:pt>
    <dgm:pt modelId="{95872D28-69EC-41C9-842B-B96BB6D9E6E1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SS Dashboard</a:t>
          </a:r>
          <a:endParaRPr lang="en-IN" sz="1600" dirty="0">
            <a:solidFill>
              <a:srgbClr val="002060"/>
            </a:solidFill>
          </a:endParaRPr>
        </a:p>
      </dgm:t>
    </dgm:pt>
    <dgm:pt modelId="{28624FC6-DD15-415D-BE68-611455CF8934}" type="parTrans" cxnId="{3C68FB7D-DDE8-4A74-900C-DE9E71DB708F}">
      <dgm:prSet/>
      <dgm:spPr/>
      <dgm:t>
        <a:bodyPr/>
        <a:lstStyle/>
        <a:p>
          <a:endParaRPr lang="en-IN"/>
        </a:p>
      </dgm:t>
    </dgm:pt>
    <dgm:pt modelId="{F248075D-9B42-41B5-A209-9DAB9A6E4C8D}" type="sibTrans" cxnId="{3C68FB7D-DDE8-4A74-900C-DE9E71DB708F}">
      <dgm:prSet/>
      <dgm:spPr/>
      <dgm:t>
        <a:bodyPr/>
        <a:lstStyle/>
        <a:p>
          <a:endParaRPr lang="en-IN"/>
        </a:p>
      </dgm:t>
    </dgm:pt>
    <dgm:pt modelId="{1DB2DE0A-2ED8-4B5A-B0E7-5550975D3BFC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 Manage Stock</a:t>
          </a:r>
          <a:endParaRPr lang="en-IN" sz="1600" dirty="0">
            <a:solidFill>
              <a:srgbClr val="002060"/>
            </a:solidFill>
          </a:endParaRPr>
        </a:p>
      </dgm:t>
    </dgm:pt>
    <dgm:pt modelId="{720CD55C-34F0-49C4-B129-4A3DC9FA6BCC}" type="parTrans" cxnId="{19C2B512-2A64-4AC9-8DAF-B625C948BFA2}">
      <dgm:prSet/>
      <dgm:spPr/>
      <dgm:t>
        <a:bodyPr/>
        <a:lstStyle/>
        <a:p>
          <a:endParaRPr lang="en-IN"/>
        </a:p>
      </dgm:t>
    </dgm:pt>
    <dgm:pt modelId="{F80A8BEB-53C1-4422-A98A-73C160B9DB13}" type="sibTrans" cxnId="{19C2B512-2A64-4AC9-8DAF-B625C948BFA2}">
      <dgm:prSet/>
      <dgm:spPr/>
      <dgm:t>
        <a:bodyPr/>
        <a:lstStyle/>
        <a:p>
          <a:endParaRPr lang="en-IN"/>
        </a:p>
      </dgm:t>
    </dgm:pt>
    <dgm:pt modelId="{198DE975-D85D-4D8E-8118-2A3888CF0E75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Transactions</a:t>
          </a:r>
          <a:endParaRPr lang="en-IN" sz="1600" dirty="0">
            <a:solidFill>
              <a:srgbClr val="002060"/>
            </a:solidFill>
          </a:endParaRPr>
        </a:p>
      </dgm:t>
    </dgm:pt>
    <dgm:pt modelId="{7A03E5C7-9906-4977-A5C9-7BA4B77174A1}" type="parTrans" cxnId="{50FCD30C-4CAB-4F41-9E39-A77A9CEB01F1}">
      <dgm:prSet/>
      <dgm:spPr/>
      <dgm:t>
        <a:bodyPr/>
        <a:lstStyle/>
        <a:p>
          <a:endParaRPr lang="en-IN"/>
        </a:p>
      </dgm:t>
    </dgm:pt>
    <dgm:pt modelId="{031F8D5D-D7AC-4159-B3F6-6E0FD7D3A4C4}" type="sibTrans" cxnId="{50FCD30C-4CAB-4F41-9E39-A77A9CEB01F1}">
      <dgm:prSet/>
      <dgm:spPr/>
      <dgm:t>
        <a:bodyPr/>
        <a:lstStyle/>
        <a:p>
          <a:endParaRPr lang="en-IN"/>
        </a:p>
      </dgm:t>
    </dgm:pt>
    <dgm:pt modelId="{6F8BF790-9B88-40D0-B7F7-345703FED7AA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Settings</a:t>
          </a:r>
          <a:endParaRPr lang="en-IN" sz="1600" dirty="0">
            <a:solidFill>
              <a:srgbClr val="002060"/>
            </a:solidFill>
          </a:endParaRPr>
        </a:p>
      </dgm:t>
    </dgm:pt>
    <dgm:pt modelId="{E8142574-5B97-4652-AE2B-DF2C55920798}" type="parTrans" cxnId="{E7B51A65-F0F4-4AC2-A6DE-75AFD1E8FE93}">
      <dgm:prSet/>
      <dgm:spPr/>
      <dgm:t>
        <a:bodyPr/>
        <a:lstStyle/>
        <a:p>
          <a:endParaRPr lang="en-IN"/>
        </a:p>
      </dgm:t>
    </dgm:pt>
    <dgm:pt modelId="{9D3346A8-2F8F-4D0D-BC7B-508F4E9351C3}" type="sibTrans" cxnId="{E7B51A65-F0F4-4AC2-A6DE-75AFD1E8FE93}">
      <dgm:prSet/>
      <dgm:spPr/>
      <dgm:t>
        <a:bodyPr/>
        <a:lstStyle/>
        <a:p>
          <a:endParaRPr lang="en-IN"/>
        </a:p>
      </dgm:t>
    </dgm:pt>
    <dgm:pt modelId="{7F19D74A-4C9F-4842-8F98-CD5834302787}">
      <dgm:prSet phldrT="[Text]" custT="1"/>
      <dgm:spPr/>
      <dgm:t>
        <a:bodyPr/>
        <a:lstStyle/>
        <a:p>
          <a:r>
            <a:rPr lang="en-US" sz="1600" dirty="0">
              <a:solidFill>
                <a:srgbClr val="002060"/>
              </a:solidFill>
            </a:rPr>
            <a:t>Order Request</a:t>
          </a:r>
          <a:r>
            <a:rPr lang="en-US" sz="1300" dirty="0"/>
            <a:t> </a:t>
          </a:r>
          <a:endParaRPr lang="en-IN" sz="1300" dirty="0"/>
        </a:p>
      </dgm:t>
    </dgm:pt>
    <dgm:pt modelId="{A379A169-93D7-4319-80B7-A14181FF7D2D}" type="sibTrans" cxnId="{2A1D1C96-4D3F-44F3-823D-DA3978CFB2BA}">
      <dgm:prSet/>
      <dgm:spPr/>
      <dgm:t>
        <a:bodyPr/>
        <a:lstStyle/>
        <a:p>
          <a:endParaRPr lang="en-IN"/>
        </a:p>
      </dgm:t>
    </dgm:pt>
    <dgm:pt modelId="{F7201E17-3C6B-42A0-BD7A-56A85737EBA6}" type="parTrans" cxnId="{2A1D1C96-4D3F-44F3-823D-DA3978CFB2BA}">
      <dgm:prSet/>
      <dgm:spPr/>
      <dgm:t>
        <a:bodyPr/>
        <a:lstStyle/>
        <a:p>
          <a:endParaRPr lang="en-IN"/>
        </a:p>
      </dgm:t>
    </dgm:pt>
    <dgm:pt modelId="{2F646376-DCBF-412C-9E47-C8A2303D1D30}" type="pres">
      <dgm:prSet presAssocID="{D170ED48-5542-4709-9592-761EAD9D15C3}" presName="rootNode" presStyleCnt="0">
        <dgm:presLayoutVars>
          <dgm:chMax/>
          <dgm:chPref/>
          <dgm:dir/>
          <dgm:animLvl val="lvl"/>
        </dgm:presLayoutVars>
      </dgm:prSet>
      <dgm:spPr/>
    </dgm:pt>
    <dgm:pt modelId="{954241D2-817B-4B1E-9667-56D63C4E5B5E}" type="pres">
      <dgm:prSet presAssocID="{95872D28-69EC-41C9-842B-B96BB6D9E6E1}" presName="composite" presStyleCnt="0"/>
      <dgm:spPr/>
    </dgm:pt>
    <dgm:pt modelId="{7B544128-236A-4C8F-81E2-F7363674A42B}" type="pres">
      <dgm:prSet presAssocID="{95872D28-69EC-41C9-842B-B96BB6D9E6E1}" presName="ParentText" presStyleLbl="node1" presStyleIdx="0" presStyleCnt="5" custLinFactNeighborX="4015" custLinFactNeighborY="-3440">
        <dgm:presLayoutVars>
          <dgm:chMax val="1"/>
          <dgm:chPref val="1"/>
          <dgm:bulletEnabled val="1"/>
        </dgm:presLayoutVars>
      </dgm:prSet>
      <dgm:spPr/>
    </dgm:pt>
    <dgm:pt modelId="{7BA24BF4-FE58-4001-BE7A-1FA96A330703}" type="pres">
      <dgm:prSet presAssocID="{95872D28-69EC-41C9-842B-B96BB6D9E6E1}" presName="Image" presStyleLbl="bgImgPlace1" presStyleIdx="0" presStyleCnt="5" custScaleX="177163" custScaleY="100289" custLinFactNeighborX="11525" custLinFactNeighborY="-588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D95D609-E1B9-4D05-A7E8-7D31E8A8FC83}" type="pres">
      <dgm:prSet presAssocID="{95872D28-69EC-41C9-842B-B96BB6D9E6E1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B36141A8-70A1-4E8D-BFFA-81D643DE3DBB}" type="pres">
      <dgm:prSet presAssocID="{F248075D-9B42-41B5-A209-9DAB9A6E4C8D}" presName="sibTrans" presStyleCnt="0"/>
      <dgm:spPr/>
    </dgm:pt>
    <dgm:pt modelId="{0B6D6871-5535-4B5A-9E16-B799C45F44C4}" type="pres">
      <dgm:prSet presAssocID="{1DB2DE0A-2ED8-4B5A-B0E7-5550975D3BFC}" presName="composite" presStyleCnt="0"/>
      <dgm:spPr/>
    </dgm:pt>
    <dgm:pt modelId="{367FB015-5792-4E18-B651-0B3C792DF617}" type="pres">
      <dgm:prSet presAssocID="{1DB2DE0A-2ED8-4B5A-B0E7-5550975D3BFC}" presName="ParentText" presStyleLbl="node1" presStyleIdx="1" presStyleCnt="5" custLinFactNeighborX="2096" custLinFactNeighborY="23594">
        <dgm:presLayoutVars>
          <dgm:chMax val="1"/>
          <dgm:chPref val="1"/>
          <dgm:bulletEnabled val="1"/>
        </dgm:presLayoutVars>
      </dgm:prSet>
      <dgm:spPr/>
    </dgm:pt>
    <dgm:pt modelId="{84B16509-A48B-4559-AB17-966846ED5EEE}" type="pres">
      <dgm:prSet presAssocID="{1DB2DE0A-2ED8-4B5A-B0E7-5550975D3BFC}" presName="Image" presStyleLbl="bgImgPlace1" presStyleIdx="1" presStyleCnt="5" custScaleX="170410" custScaleY="100335" custLinFactNeighborX="3142" custLinFactNeighborY="-2281"/>
      <dgm:spPr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4FA97E68-99B0-4779-A2FD-28B130FFDA60}" type="pres">
      <dgm:prSet presAssocID="{1DB2DE0A-2ED8-4B5A-B0E7-5550975D3BFC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3265292E-A863-4B2A-B9BB-ED51E75CF374}" type="pres">
      <dgm:prSet presAssocID="{F80A8BEB-53C1-4422-A98A-73C160B9DB13}" presName="sibTrans" presStyleCnt="0"/>
      <dgm:spPr/>
    </dgm:pt>
    <dgm:pt modelId="{DC57F05B-76C7-4214-AC8F-BEF8366C9837}" type="pres">
      <dgm:prSet presAssocID="{7F19D74A-4C9F-4842-8F98-CD5834302787}" presName="composite" presStyleCnt="0"/>
      <dgm:spPr/>
    </dgm:pt>
    <dgm:pt modelId="{1DC0BEA1-FE60-4945-9502-1CF0BCE4C426}" type="pres">
      <dgm:prSet presAssocID="{7F19D74A-4C9F-4842-8F98-CD5834302787}" presName="ParentText" presStyleLbl="node1" presStyleIdx="2" presStyleCnt="5" custLinFactNeighborX="-10202" custLinFactNeighborY="3380">
        <dgm:presLayoutVars>
          <dgm:chMax val="1"/>
          <dgm:chPref val="1"/>
          <dgm:bulletEnabled val="1"/>
        </dgm:presLayoutVars>
      </dgm:prSet>
      <dgm:spPr/>
    </dgm:pt>
    <dgm:pt modelId="{3F0F4CC3-CD19-4526-9BFD-63D312A4591A}" type="pres">
      <dgm:prSet presAssocID="{7F19D74A-4C9F-4842-8F98-CD5834302787}" presName="Image" presStyleLbl="bgImgPlace1" presStyleIdx="2" presStyleCnt="5" custScaleX="163885" custScaleY="100271" custLinFactNeighborX="-6487" custLinFactNeighborY="-4005"/>
      <dgm:spPr>
        <a:blipFill rotWithShape="1">
          <a:blip xmlns:r="http://schemas.openxmlformats.org/officeDocument/2006/relationships" r:embed="rId3"/>
          <a:srcRect/>
          <a:stretch>
            <a:fillRect l="-5000" r="-5000"/>
          </a:stretch>
        </a:blipFill>
      </dgm:spPr>
    </dgm:pt>
    <dgm:pt modelId="{CFE66F97-04F7-4CFD-853B-5AD48A6D22D9}" type="pres">
      <dgm:prSet presAssocID="{7F19D74A-4C9F-4842-8F98-CD5834302787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31E2611C-6DA4-4961-AF59-C2AD01D372AA}" type="pres">
      <dgm:prSet presAssocID="{A379A169-93D7-4319-80B7-A14181FF7D2D}" presName="sibTrans" presStyleCnt="0"/>
      <dgm:spPr/>
    </dgm:pt>
    <dgm:pt modelId="{E3F2C450-D400-4631-A193-95FBE63E6527}" type="pres">
      <dgm:prSet presAssocID="{198DE975-D85D-4D8E-8118-2A3888CF0E75}" presName="composite" presStyleCnt="0"/>
      <dgm:spPr/>
    </dgm:pt>
    <dgm:pt modelId="{33B84DD3-8F55-4BB6-8CEC-405EE54AE954}" type="pres">
      <dgm:prSet presAssocID="{198DE975-D85D-4D8E-8118-2A3888CF0E75}" presName="ParentText" presStyleLbl="node1" presStyleIdx="3" presStyleCnt="5" custLinFactNeighborX="11101" custLinFactNeighborY="6405">
        <dgm:presLayoutVars>
          <dgm:chMax val="1"/>
          <dgm:chPref val="1"/>
          <dgm:bulletEnabled val="1"/>
        </dgm:presLayoutVars>
      </dgm:prSet>
      <dgm:spPr/>
    </dgm:pt>
    <dgm:pt modelId="{CD8DAC3B-479E-4C41-836A-9C47D1CA28D3}" type="pres">
      <dgm:prSet presAssocID="{198DE975-D85D-4D8E-8118-2A3888CF0E75}" presName="Image" presStyleLbl="bgImgPlace1" presStyleIdx="3" presStyleCnt="5" custScaleX="181215" custLinFactNeighborX="13199" custLinFactNeighborY="-3383"/>
      <dgm:spPr>
        <a:blipFill rotWithShape="1">
          <a:blip xmlns:r="http://schemas.openxmlformats.org/officeDocument/2006/relationships" r:embed="rId4"/>
          <a:srcRect/>
          <a:stretch>
            <a:fillRect t="-1000" b="-1000"/>
          </a:stretch>
        </a:blipFill>
      </dgm:spPr>
    </dgm:pt>
    <dgm:pt modelId="{D51BC582-4C9E-4A91-8565-7246BD37DC25}" type="pres">
      <dgm:prSet presAssocID="{198DE975-D85D-4D8E-8118-2A3888CF0E75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9CC95AA3-936D-4D44-A07C-72B2F0FC8FBA}" type="pres">
      <dgm:prSet presAssocID="{031F8D5D-D7AC-4159-B3F6-6E0FD7D3A4C4}" presName="sibTrans" presStyleCnt="0"/>
      <dgm:spPr/>
    </dgm:pt>
    <dgm:pt modelId="{FD61BA1C-A2D1-4F06-90BF-2C02C984B0B0}" type="pres">
      <dgm:prSet presAssocID="{6F8BF790-9B88-40D0-B7F7-345703FED7AA}" presName="composite" presStyleCnt="0"/>
      <dgm:spPr/>
    </dgm:pt>
    <dgm:pt modelId="{0AD33DBF-6AB8-46CA-B43C-080F95B1D70D}" type="pres">
      <dgm:prSet presAssocID="{6F8BF790-9B88-40D0-B7F7-345703FED7AA}" presName="ParentText" presStyleLbl="node1" presStyleIdx="4" presStyleCnt="5" custLinFactNeighborX="10486" custLinFactNeighborY="13795">
        <dgm:presLayoutVars>
          <dgm:chMax val="1"/>
          <dgm:chPref val="1"/>
          <dgm:bulletEnabled val="1"/>
        </dgm:presLayoutVars>
      </dgm:prSet>
      <dgm:spPr/>
    </dgm:pt>
    <dgm:pt modelId="{20FB86E7-D162-4960-9687-4B5B318A3463}" type="pres">
      <dgm:prSet presAssocID="{6F8BF790-9B88-40D0-B7F7-345703FED7AA}" presName="Image" presStyleLbl="bgImgPlace1" presStyleIdx="4" presStyleCnt="5" custScaleX="190214" custScaleY="107214" custLinFactNeighborX="16770" custLinFactNeighborY="-1743"/>
      <dgm:spPr>
        <a:blipFill rotWithShape="1"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8ED8AF10-4968-4097-A1FB-671A835A44AF}" type="pres">
      <dgm:prSet presAssocID="{6F8BF790-9B88-40D0-B7F7-345703FED7AA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0FCD30C-4CAB-4F41-9E39-A77A9CEB01F1}" srcId="{D170ED48-5542-4709-9592-761EAD9D15C3}" destId="{198DE975-D85D-4D8E-8118-2A3888CF0E75}" srcOrd="3" destOrd="0" parTransId="{7A03E5C7-9906-4977-A5C9-7BA4B77174A1}" sibTransId="{031F8D5D-D7AC-4159-B3F6-6E0FD7D3A4C4}"/>
    <dgm:cxn modelId="{19C2B512-2A64-4AC9-8DAF-B625C948BFA2}" srcId="{D170ED48-5542-4709-9592-761EAD9D15C3}" destId="{1DB2DE0A-2ED8-4B5A-B0E7-5550975D3BFC}" srcOrd="1" destOrd="0" parTransId="{720CD55C-34F0-49C4-B129-4A3DC9FA6BCC}" sibTransId="{F80A8BEB-53C1-4422-A98A-73C160B9DB13}"/>
    <dgm:cxn modelId="{E7B51A65-F0F4-4AC2-A6DE-75AFD1E8FE93}" srcId="{D170ED48-5542-4709-9592-761EAD9D15C3}" destId="{6F8BF790-9B88-40D0-B7F7-345703FED7AA}" srcOrd="4" destOrd="0" parTransId="{E8142574-5B97-4652-AE2B-DF2C55920798}" sibTransId="{9D3346A8-2F8F-4D0D-BC7B-508F4E9351C3}"/>
    <dgm:cxn modelId="{65DC3F45-1FB1-4D60-90C2-32C44EDB6533}" type="presOf" srcId="{95872D28-69EC-41C9-842B-B96BB6D9E6E1}" destId="{7B544128-236A-4C8F-81E2-F7363674A42B}" srcOrd="0" destOrd="0" presId="urn:microsoft.com/office/officeart/2008/layout/TitledPictureBlocks"/>
    <dgm:cxn modelId="{79F8264A-AF21-4CDB-BFA7-FEF59715F403}" type="presOf" srcId="{D170ED48-5542-4709-9592-761EAD9D15C3}" destId="{2F646376-DCBF-412C-9E47-C8A2303D1D30}" srcOrd="0" destOrd="0" presId="urn:microsoft.com/office/officeart/2008/layout/TitledPictureBlocks"/>
    <dgm:cxn modelId="{C5280C75-90D4-41A2-9678-7D2EB13FEACF}" type="presOf" srcId="{1DB2DE0A-2ED8-4B5A-B0E7-5550975D3BFC}" destId="{367FB015-5792-4E18-B651-0B3C792DF617}" srcOrd="0" destOrd="0" presId="urn:microsoft.com/office/officeart/2008/layout/TitledPictureBlocks"/>
    <dgm:cxn modelId="{3C68FB7D-DDE8-4A74-900C-DE9E71DB708F}" srcId="{D170ED48-5542-4709-9592-761EAD9D15C3}" destId="{95872D28-69EC-41C9-842B-B96BB6D9E6E1}" srcOrd="0" destOrd="0" parTransId="{28624FC6-DD15-415D-BE68-611455CF8934}" sibTransId="{F248075D-9B42-41B5-A209-9DAB9A6E4C8D}"/>
    <dgm:cxn modelId="{2A1D1C96-4D3F-44F3-823D-DA3978CFB2BA}" srcId="{D170ED48-5542-4709-9592-761EAD9D15C3}" destId="{7F19D74A-4C9F-4842-8F98-CD5834302787}" srcOrd="2" destOrd="0" parTransId="{F7201E17-3C6B-42A0-BD7A-56A85737EBA6}" sibTransId="{A379A169-93D7-4319-80B7-A14181FF7D2D}"/>
    <dgm:cxn modelId="{83FFA9CE-B40E-412F-827E-962322BED84E}" type="presOf" srcId="{198DE975-D85D-4D8E-8118-2A3888CF0E75}" destId="{33B84DD3-8F55-4BB6-8CEC-405EE54AE954}" srcOrd="0" destOrd="0" presId="urn:microsoft.com/office/officeart/2008/layout/TitledPictureBlocks"/>
    <dgm:cxn modelId="{7AAEB2D0-AA06-408B-B57A-8D54E0E2C239}" type="presOf" srcId="{7F19D74A-4C9F-4842-8F98-CD5834302787}" destId="{1DC0BEA1-FE60-4945-9502-1CF0BCE4C426}" srcOrd="0" destOrd="0" presId="urn:microsoft.com/office/officeart/2008/layout/TitledPictureBlocks"/>
    <dgm:cxn modelId="{7377C8E6-6491-4716-B457-ED53AAD4F66D}" type="presOf" srcId="{6F8BF790-9B88-40D0-B7F7-345703FED7AA}" destId="{0AD33DBF-6AB8-46CA-B43C-080F95B1D70D}" srcOrd="0" destOrd="0" presId="urn:microsoft.com/office/officeart/2008/layout/TitledPictureBlocks"/>
    <dgm:cxn modelId="{F320DA32-AF87-4113-A722-682032548629}" type="presParOf" srcId="{2F646376-DCBF-412C-9E47-C8A2303D1D30}" destId="{954241D2-817B-4B1E-9667-56D63C4E5B5E}" srcOrd="0" destOrd="0" presId="urn:microsoft.com/office/officeart/2008/layout/TitledPictureBlocks"/>
    <dgm:cxn modelId="{62BF90E9-2D1B-441C-A43F-9450FD58E5AA}" type="presParOf" srcId="{954241D2-817B-4B1E-9667-56D63C4E5B5E}" destId="{7B544128-236A-4C8F-81E2-F7363674A42B}" srcOrd="0" destOrd="0" presId="urn:microsoft.com/office/officeart/2008/layout/TitledPictureBlocks"/>
    <dgm:cxn modelId="{E006F324-D5F7-4239-ABB5-77C3B705949A}" type="presParOf" srcId="{954241D2-817B-4B1E-9667-56D63C4E5B5E}" destId="{7BA24BF4-FE58-4001-BE7A-1FA96A330703}" srcOrd="1" destOrd="0" presId="urn:microsoft.com/office/officeart/2008/layout/TitledPictureBlocks"/>
    <dgm:cxn modelId="{1C6ECC20-9EFF-4EE2-804C-7002111046F6}" type="presParOf" srcId="{954241D2-817B-4B1E-9667-56D63C4E5B5E}" destId="{5D95D609-E1B9-4D05-A7E8-7D31E8A8FC83}" srcOrd="2" destOrd="0" presId="urn:microsoft.com/office/officeart/2008/layout/TitledPictureBlocks"/>
    <dgm:cxn modelId="{7C162FA8-B9B9-4434-A1D8-D37BDF9966C4}" type="presParOf" srcId="{2F646376-DCBF-412C-9E47-C8A2303D1D30}" destId="{B36141A8-70A1-4E8D-BFFA-81D643DE3DBB}" srcOrd="1" destOrd="0" presId="urn:microsoft.com/office/officeart/2008/layout/TitledPictureBlocks"/>
    <dgm:cxn modelId="{A4955DC6-D6DA-4B8B-BD21-71B945F41663}" type="presParOf" srcId="{2F646376-DCBF-412C-9E47-C8A2303D1D30}" destId="{0B6D6871-5535-4B5A-9E16-B799C45F44C4}" srcOrd="2" destOrd="0" presId="urn:microsoft.com/office/officeart/2008/layout/TitledPictureBlocks"/>
    <dgm:cxn modelId="{FF69A4DF-1417-4FDB-8AA7-75A0ED0EA90A}" type="presParOf" srcId="{0B6D6871-5535-4B5A-9E16-B799C45F44C4}" destId="{367FB015-5792-4E18-B651-0B3C792DF617}" srcOrd="0" destOrd="0" presId="urn:microsoft.com/office/officeart/2008/layout/TitledPictureBlocks"/>
    <dgm:cxn modelId="{5A7B40DF-3F77-474D-AC78-8D6CD70A141D}" type="presParOf" srcId="{0B6D6871-5535-4B5A-9E16-B799C45F44C4}" destId="{84B16509-A48B-4559-AB17-966846ED5EEE}" srcOrd="1" destOrd="0" presId="urn:microsoft.com/office/officeart/2008/layout/TitledPictureBlocks"/>
    <dgm:cxn modelId="{4C3A9CEB-6DC6-4CAC-A8A7-5CA13B58F58F}" type="presParOf" srcId="{0B6D6871-5535-4B5A-9E16-B799C45F44C4}" destId="{4FA97E68-99B0-4779-A2FD-28B130FFDA60}" srcOrd="2" destOrd="0" presId="urn:microsoft.com/office/officeart/2008/layout/TitledPictureBlocks"/>
    <dgm:cxn modelId="{7B993D26-D2A3-42F7-8C1D-EE1979210D27}" type="presParOf" srcId="{2F646376-DCBF-412C-9E47-C8A2303D1D30}" destId="{3265292E-A863-4B2A-B9BB-ED51E75CF374}" srcOrd="3" destOrd="0" presId="urn:microsoft.com/office/officeart/2008/layout/TitledPictureBlocks"/>
    <dgm:cxn modelId="{EB5F2B55-022C-4845-814C-7CDFD51E715C}" type="presParOf" srcId="{2F646376-DCBF-412C-9E47-C8A2303D1D30}" destId="{DC57F05B-76C7-4214-AC8F-BEF8366C9837}" srcOrd="4" destOrd="0" presId="urn:microsoft.com/office/officeart/2008/layout/TitledPictureBlocks"/>
    <dgm:cxn modelId="{9BAA01CF-8EE2-43F1-9DD3-50842CD5DB4F}" type="presParOf" srcId="{DC57F05B-76C7-4214-AC8F-BEF8366C9837}" destId="{1DC0BEA1-FE60-4945-9502-1CF0BCE4C426}" srcOrd="0" destOrd="0" presId="urn:microsoft.com/office/officeart/2008/layout/TitledPictureBlocks"/>
    <dgm:cxn modelId="{80060728-33CF-436C-8F97-500CC62C1D29}" type="presParOf" srcId="{DC57F05B-76C7-4214-AC8F-BEF8366C9837}" destId="{3F0F4CC3-CD19-4526-9BFD-63D312A4591A}" srcOrd="1" destOrd="0" presId="urn:microsoft.com/office/officeart/2008/layout/TitledPictureBlocks"/>
    <dgm:cxn modelId="{E6AC4EA5-0672-4C82-9C07-DB6D38CB38A2}" type="presParOf" srcId="{DC57F05B-76C7-4214-AC8F-BEF8366C9837}" destId="{CFE66F97-04F7-4CFD-853B-5AD48A6D22D9}" srcOrd="2" destOrd="0" presId="urn:microsoft.com/office/officeart/2008/layout/TitledPictureBlocks"/>
    <dgm:cxn modelId="{274EF1FE-C477-4742-BB7C-DC799B995A5A}" type="presParOf" srcId="{2F646376-DCBF-412C-9E47-C8A2303D1D30}" destId="{31E2611C-6DA4-4961-AF59-C2AD01D372AA}" srcOrd="5" destOrd="0" presId="urn:microsoft.com/office/officeart/2008/layout/TitledPictureBlocks"/>
    <dgm:cxn modelId="{DF7B2FB9-8F8A-41FA-936C-BFA4352F6A51}" type="presParOf" srcId="{2F646376-DCBF-412C-9E47-C8A2303D1D30}" destId="{E3F2C450-D400-4631-A193-95FBE63E6527}" srcOrd="6" destOrd="0" presId="urn:microsoft.com/office/officeart/2008/layout/TitledPictureBlocks"/>
    <dgm:cxn modelId="{A5FC23BC-BE99-4AE4-89F4-2805AA21730B}" type="presParOf" srcId="{E3F2C450-D400-4631-A193-95FBE63E6527}" destId="{33B84DD3-8F55-4BB6-8CEC-405EE54AE954}" srcOrd="0" destOrd="0" presId="urn:microsoft.com/office/officeart/2008/layout/TitledPictureBlocks"/>
    <dgm:cxn modelId="{2FB5B752-10B8-492E-AE89-29E66A8B2C54}" type="presParOf" srcId="{E3F2C450-D400-4631-A193-95FBE63E6527}" destId="{CD8DAC3B-479E-4C41-836A-9C47D1CA28D3}" srcOrd="1" destOrd="0" presId="urn:microsoft.com/office/officeart/2008/layout/TitledPictureBlocks"/>
    <dgm:cxn modelId="{45FF5E18-E70B-4A96-A30A-3C4CC57207EB}" type="presParOf" srcId="{E3F2C450-D400-4631-A193-95FBE63E6527}" destId="{D51BC582-4C9E-4A91-8565-7246BD37DC25}" srcOrd="2" destOrd="0" presId="urn:microsoft.com/office/officeart/2008/layout/TitledPictureBlocks"/>
    <dgm:cxn modelId="{F4E5FC1B-A210-4F14-A10A-155BA4B17264}" type="presParOf" srcId="{2F646376-DCBF-412C-9E47-C8A2303D1D30}" destId="{9CC95AA3-936D-4D44-A07C-72B2F0FC8FBA}" srcOrd="7" destOrd="0" presId="urn:microsoft.com/office/officeart/2008/layout/TitledPictureBlocks"/>
    <dgm:cxn modelId="{B8BD0A05-24B4-4538-A5A2-6F75FE53673D}" type="presParOf" srcId="{2F646376-DCBF-412C-9E47-C8A2303D1D30}" destId="{FD61BA1C-A2D1-4F06-90BF-2C02C984B0B0}" srcOrd="8" destOrd="0" presId="urn:microsoft.com/office/officeart/2008/layout/TitledPictureBlocks"/>
    <dgm:cxn modelId="{9D92313A-972D-41B4-AFE2-10C29907EA76}" type="presParOf" srcId="{FD61BA1C-A2D1-4F06-90BF-2C02C984B0B0}" destId="{0AD33DBF-6AB8-46CA-B43C-080F95B1D70D}" srcOrd="0" destOrd="0" presId="urn:microsoft.com/office/officeart/2008/layout/TitledPictureBlocks"/>
    <dgm:cxn modelId="{EAB624E8-FA81-4C2C-86AF-399E990AA68E}" type="presParOf" srcId="{FD61BA1C-A2D1-4F06-90BF-2C02C984B0B0}" destId="{20FB86E7-D162-4960-9687-4B5B318A3463}" srcOrd="1" destOrd="0" presId="urn:microsoft.com/office/officeart/2008/layout/TitledPictureBlocks"/>
    <dgm:cxn modelId="{B80ED6F6-B15D-49E7-8A67-9C746FB736A1}" type="presParOf" srcId="{FD61BA1C-A2D1-4F06-90BF-2C02C984B0B0}" destId="{8ED8AF10-4968-4097-A1FB-671A835A44AF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70ED48-5542-4709-9592-761EAD9D15C3}" type="doc">
      <dgm:prSet loTypeId="urn:microsoft.com/office/officeart/2008/layout/Titled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872D28-69EC-41C9-842B-B96BB6D9E6E1}">
      <dgm:prSet phldrT="[Text]" custT="1"/>
      <dgm:spPr/>
      <dgm:t>
        <a:bodyPr/>
        <a:lstStyle/>
        <a:p>
          <a:r>
            <a:rPr lang="en-US" sz="1600" dirty="0">
              <a:solidFill>
                <a:schemeClr val="bg2">
                  <a:lumMod val="10000"/>
                </a:schemeClr>
              </a:solidFill>
            </a:rPr>
            <a:t>Dashboard</a:t>
          </a:r>
          <a:endParaRPr lang="en-IN" sz="1600" dirty="0">
            <a:solidFill>
              <a:schemeClr val="bg2">
                <a:lumMod val="10000"/>
              </a:schemeClr>
            </a:solidFill>
          </a:endParaRPr>
        </a:p>
      </dgm:t>
    </dgm:pt>
    <dgm:pt modelId="{28624FC6-DD15-415D-BE68-611455CF8934}" type="parTrans" cxnId="{3C68FB7D-DDE8-4A74-900C-DE9E71DB708F}">
      <dgm:prSet/>
      <dgm:spPr/>
      <dgm:t>
        <a:bodyPr/>
        <a:lstStyle/>
        <a:p>
          <a:endParaRPr lang="en-IN"/>
        </a:p>
      </dgm:t>
    </dgm:pt>
    <dgm:pt modelId="{F248075D-9B42-41B5-A209-9DAB9A6E4C8D}" type="sibTrans" cxnId="{3C68FB7D-DDE8-4A74-900C-DE9E71DB708F}">
      <dgm:prSet/>
      <dgm:spPr/>
      <dgm:t>
        <a:bodyPr/>
        <a:lstStyle/>
        <a:p>
          <a:endParaRPr lang="en-IN"/>
        </a:p>
      </dgm:t>
    </dgm:pt>
    <dgm:pt modelId="{1DB2DE0A-2ED8-4B5A-B0E7-5550975D3BFC}">
      <dgm:prSet phldrT="[Text]" custT="1"/>
      <dgm:spPr/>
      <dgm:t>
        <a:bodyPr/>
        <a:lstStyle/>
        <a:p>
          <a:r>
            <a:rPr lang="en-US" sz="1600" dirty="0">
              <a:solidFill>
                <a:schemeClr val="bg2">
                  <a:lumMod val="10000"/>
                </a:schemeClr>
              </a:solidFill>
            </a:rPr>
            <a:t> </a:t>
          </a:r>
          <a:r>
            <a:rPr lang="en-US" sz="1600" dirty="0" err="1">
              <a:solidFill>
                <a:schemeClr val="bg2">
                  <a:lumMod val="10000"/>
                </a:schemeClr>
              </a:solidFill>
            </a:rPr>
            <a:t>LeaderBoard</a:t>
          </a:r>
          <a:endParaRPr lang="en-IN" sz="1600" dirty="0">
            <a:solidFill>
              <a:schemeClr val="bg2">
                <a:lumMod val="10000"/>
              </a:schemeClr>
            </a:solidFill>
          </a:endParaRPr>
        </a:p>
      </dgm:t>
    </dgm:pt>
    <dgm:pt modelId="{720CD55C-34F0-49C4-B129-4A3DC9FA6BCC}" type="parTrans" cxnId="{19C2B512-2A64-4AC9-8DAF-B625C948BFA2}">
      <dgm:prSet/>
      <dgm:spPr/>
      <dgm:t>
        <a:bodyPr/>
        <a:lstStyle/>
        <a:p>
          <a:endParaRPr lang="en-IN"/>
        </a:p>
      </dgm:t>
    </dgm:pt>
    <dgm:pt modelId="{F80A8BEB-53C1-4422-A98A-73C160B9DB13}" type="sibTrans" cxnId="{19C2B512-2A64-4AC9-8DAF-B625C948BFA2}">
      <dgm:prSet/>
      <dgm:spPr/>
      <dgm:t>
        <a:bodyPr/>
        <a:lstStyle/>
        <a:p>
          <a:endParaRPr lang="en-IN"/>
        </a:p>
      </dgm:t>
    </dgm:pt>
    <dgm:pt modelId="{198DE975-D85D-4D8E-8118-2A3888CF0E75}">
      <dgm:prSet phldrT="[Text]" custT="1"/>
      <dgm:spPr/>
      <dgm:t>
        <a:bodyPr/>
        <a:lstStyle/>
        <a:p>
          <a:r>
            <a:rPr lang="en-US" sz="1600" dirty="0">
              <a:solidFill>
                <a:schemeClr val="bg2">
                  <a:lumMod val="10000"/>
                </a:schemeClr>
              </a:solidFill>
            </a:rPr>
            <a:t>User Management</a:t>
          </a:r>
          <a:endParaRPr lang="en-IN" sz="1600" dirty="0">
            <a:solidFill>
              <a:schemeClr val="bg2">
                <a:lumMod val="10000"/>
              </a:schemeClr>
            </a:solidFill>
          </a:endParaRPr>
        </a:p>
      </dgm:t>
    </dgm:pt>
    <dgm:pt modelId="{7A03E5C7-9906-4977-A5C9-7BA4B77174A1}" type="parTrans" cxnId="{50FCD30C-4CAB-4F41-9E39-A77A9CEB01F1}">
      <dgm:prSet/>
      <dgm:spPr/>
      <dgm:t>
        <a:bodyPr/>
        <a:lstStyle/>
        <a:p>
          <a:endParaRPr lang="en-IN"/>
        </a:p>
      </dgm:t>
    </dgm:pt>
    <dgm:pt modelId="{031F8D5D-D7AC-4159-B3F6-6E0FD7D3A4C4}" type="sibTrans" cxnId="{50FCD30C-4CAB-4F41-9E39-A77A9CEB01F1}">
      <dgm:prSet/>
      <dgm:spPr/>
      <dgm:t>
        <a:bodyPr/>
        <a:lstStyle/>
        <a:p>
          <a:endParaRPr lang="en-IN"/>
        </a:p>
      </dgm:t>
    </dgm:pt>
    <dgm:pt modelId="{6F8BF790-9B88-40D0-B7F7-345703FED7AA}">
      <dgm:prSet phldrT="[Text]" custT="1"/>
      <dgm:spPr/>
      <dgm:t>
        <a:bodyPr/>
        <a:lstStyle/>
        <a:p>
          <a:r>
            <a:rPr lang="en-US" sz="1600" dirty="0">
              <a:solidFill>
                <a:schemeClr val="bg2">
                  <a:lumMod val="10000"/>
                </a:schemeClr>
              </a:solidFill>
            </a:rPr>
            <a:t>Shops Management</a:t>
          </a:r>
          <a:endParaRPr lang="en-IN" sz="1600" dirty="0">
            <a:solidFill>
              <a:schemeClr val="bg2">
                <a:lumMod val="10000"/>
              </a:schemeClr>
            </a:solidFill>
          </a:endParaRPr>
        </a:p>
      </dgm:t>
    </dgm:pt>
    <dgm:pt modelId="{E8142574-5B97-4652-AE2B-DF2C55920798}" type="parTrans" cxnId="{E7B51A65-F0F4-4AC2-A6DE-75AFD1E8FE93}">
      <dgm:prSet/>
      <dgm:spPr/>
      <dgm:t>
        <a:bodyPr/>
        <a:lstStyle/>
        <a:p>
          <a:endParaRPr lang="en-IN"/>
        </a:p>
      </dgm:t>
    </dgm:pt>
    <dgm:pt modelId="{9D3346A8-2F8F-4D0D-BC7B-508F4E9351C3}" type="sibTrans" cxnId="{E7B51A65-F0F4-4AC2-A6DE-75AFD1E8FE93}">
      <dgm:prSet/>
      <dgm:spPr/>
      <dgm:t>
        <a:bodyPr/>
        <a:lstStyle/>
        <a:p>
          <a:endParaRPr lang="en-IN"/>
        </a:p>
      </dgm:t>
    </dgm:pt>
    <dgm:pt modelId="{7F19D74A-4C9F-4842-8F98-CD5834302787}">
      <dgm:prSet phldrT="[Text]" custT="1"/>
      <dgm:spPr/>
      <dgm:t>
        <a:bodyPr/>
        <a:lstStyle/>
        <a:p>
          <a:r>
            <a:rPr lang="en-US" sz="1600" dirty="0">
              <a:solidFill>
                <a:schemeClr val="bg2">
                  <a:lumMod val="10000"/>
                </a:schemeClr>
              </a:solidFill>
            </a:rPr>
            <a:t>Analytics &amp; Report</a:t>
          </a:r>
          <a:r>
            <a:rPr lang="en-US" sz="1600" dirty="0"/>
            <a:t> </a:t>
          </a:r>
          <a:endParaRPr lang="en-IN" sz="1600" dirty="0"/>
        </a:p>
      </dgm:t>
    </dgm:pt>
    <dgm:pt modelId="{A379A169-93D7-4319-80B7-A14181FF7D2D}" type="sibTrans" cxnId="{2A1D1C96-4D3F-44F3-823D-DA3978CFB2BA}">
      <dgm:prSet/>
      <dgm:spPr/>
      <dgm:t>
        <a:bodyPr/>
        <a:lstStyle/>
        <a:p>
          <a:endParaRPr lang="en-IN"/>
        </a:p>
      </dgm:t>
    </dgm:pt>
    <dgm:pt modelId="{F7201E17-3C6B-42A0-BD7A-56A85737EBA6}" type="parTrans" cxnId="{2A1D1C96-4D3F-44F3-823D-DA3978CFB2BA}">
      <dgm:prSet/>
      <dgm:spPr/>
      <dgm:t>
        <a:bodyPr/>
        <a:lstStyle/>
        <a:p>
          <a:endParaRPr lang="en-IN"/>
        </a:p>
      </dgm:t>
    </dgm:pt>
    <dgm:pt modelId="{2F646376-DCBF-412C-9E47-C8A2303D1D30}" type="pres">
      <dgm:prSet presAssocID="{D170ED48-5542-4709-9592-761EAD9D15C3}" presName="rootNode" presStyleCnt="0">
        <dgm:presLayoutVars>
          <dgm:chMax/>
          <dgm:chPref/>
          <dgm:dir/>
          <dgm:animLvl val="lvl"/>
        </dgm:presLayoutVars>
      </dgm:prSet>
      <dgm:spPr/>
    </dgm:pt>
    <dgm:pt modelId="{954241D2-817B-4B1E-9667-56D63C4E5B5E}" type="pres">
      <dgm:prSet presAssocID="{95872D28-69EC-41C9-842B-B96BB6D9E6E1}" presName="composite" presStyleCnt="0"/>
      <dgm:spPr/>
    </dgm:pt>
    <dgm:pt modelId="{7B544128-236A-4C8F-81E2-F7363674A42B}" type="pres">
      <dgm:prSet presAssocID="{95872D28-69EC-41C9-842B-B96BB6D9E6E1}" presName="ParentText" presStyleLbl="node1" presStyleIdx="0" presStyleCnt="5" custLinFactNeighborX="4015" custLinFactNeighborY="-3440">
        <dgm:presLayoutVars>
          <dgm:chMax val="1"/>
          <dgm:chPref val="1"/>
          <dgm:bulletEnabled val="1"/>
        </dgm:presLayoutVars>
      </dgm:prSet>
      <dgm:spPr/>
    </dgm:pt>
    <dgm:pt modelId="{7BA24BF4-FE58-4001-BE7A-1FA96A330703}" type="pres">
      <dgm:prSet presAssocID="{95872D28-69EC-41C9-842B-B96BB6D9E6E1}" presName="Image" presStyleLbl="bgImgPlace1" presStyleIdx="0" presStyleCnt="5" custScaleX="177163" custScaleY="100289" custLinFactNeighborX="11525" custLinFactNeighborY="-588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D95D609-E1B9-4D05-A7E8-7D31E8A8FC83}" type="pres">
      <dgm:prSet presAssocID="{95872D28-69EC-41C9-842B-B96BB6D9E6E1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B36141A8-70A1-4E8D-BFFA-81D643DE3DBB}" type="pres">
      <dgm:prSet presAssocID="{F248075D-9B42-41B5-A209-9DAB9A6E4C8D}" presName="sibTrans" presStyleCnt="0"/>
      <dgm:spPr/>
    </dgm:pt>
    <dgm:pt modelId="{0B6D6871-5535-4B5A-9E16-B799C45F44C4}" type="pres">
      <dgm:prSet presAssocID="{1DB2DE0A-2ED8-4B5A-B0E7-5550975D3BFC}" presName="composite" presStyleCnt="0"/>
      <dgm:spPr/>
    </dgm:pt>
    <dgm:pt modelId="{367FB015-5792-4E18-B651-0B3C792DF617}" type="pres">
      <dgm:prSet presAssocID="{1DB2DE0A-2ED8-4B5A-B0E7-5550975D3BFC}" presName="ParentText" presStyleLbl="node1" presStyleIdx="1" presStyleCnt="5" custLinFactNeighborX="2096" custLinFactNeighborY="23594">
        <dgm:presLayoutVars>
          <dgm:chMax val="1"/>
          <dgm:chPref val="1"/>
          <dgm:bulletEnabled val="1"/>
        </dgm:presLayoutVars>
      </dgm:prSet>
      <dgm:spPr/>
    </dgm:pt>
    <dgm:pt modelId="{84B16509-A48B-4559-AB17-966846ED5EEE}" type="pres">
      <dgm:prSet presAssocID="{1DB2DE0A-2ED8-4B5A-B0E7-5550975D3BFC}" presName="Image" presStyleLbl="bgImgPlace1" presStyleIdx="1" presStyleCnt="5" custScaleX="170410" custScaleY="100335" custLinFactNeighborX="3142" custLinFactNeighborY="-2281"/>
      <dgm:spPr>
        <a:blipFill rotWithShape="1">
          <a:blip xmlns:r="http://schemas.openxmlformats.org/officeDocument/2006/relationships" r:embed="rId2"/>
          <a:srcRect/>
          <a:stretch>
            <a:fillRect l="-2000" r="-2000"/>
          </a:stretch>
        </a:blipFill>
      </dgm:spPr>
    </dgm:pt>
    <dgm:pt modelId="{4FA97E68-99B0-4779-A2FD-28B130FFDA60}" type="pres">
      <dgm:prSet presAssocID="{1DB2DE0A-2ED8-4B5A-B0E7-5550975D3BFC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3265292E-A863-4B2A-B9BB-ED51E75CF374}" type="pres">
      <dgm:prSet presAssocID="{F80A8BEB-53C1-4422-A98A-73C160B9DB13}" presName="sibTrans" presStyleCnt="0"/>
      <dgm:spPr/>
    </dgm:pt>
    <dgm:pt modelId="{DC57F05B-76C7-4214-AC8F-BEF8366C9837}" type="pres">
      <dgm:prSet presAssocID="{7F19D74A-4C9F-4842-8F98-CD5834302787}" presName="composite" presStyleCnt="0"/>
      <dgm:spPr/>
    </dgm:pt>
    <dgm:pt modelId="{1DC0BEA1-FE60-4945-9502-1CF0BCE4C426}" type="pres">
      <dgm:prSet presAssocID="{7F19D74A-4C9F-4842-8F98-CD5834302787}" presName="ParentText" presStyleLbl="node1" presStyleIdx="2" presStyleCnt="5" custLinFactNeighborX="-10202" custLinFactNeighborY="3380">
        <dgm:presLayoutVars>
          <dgm:chMax val="1"/>
          <dgm:chPref val="1"/>
          <dgm:bulletEnabled val="1"/>
        </dgm:presLayoutVars>
      </dgm:prSet>
      <dgm:spPr/>
    </dgm:pt>
    <dgm:pt modelId="{3F0F4CC3-CD19-4526-9BFD-63D312A4591A}" type="pres">
      <dgm:prSet presAssocID="{7F19D74A-4C9F-4842-8F98-CD5834302787}" presName="Image" presStyleLbl="bgImgPlace1" presStyleIdx="2" presStyleCnt="5" custScaleX="163885" custScaleY="100271" custLinFactNeighborX="-6487" custLinFactNeighborY="-4005"/>
      <dgm:spPr>
        <a:blipFill rotWithShape="1"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CFE66F97-04F7-4CFD-853B-5AD48A6D22D9}" type="pres">
      <dgm:prSet presAssocID="{7F19D74A-4C9F-4842-8F98-CD5834302787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31E2611C-6DA4-4961-AF59-C2AD01D372AA}" type="pres">
      <dgm:prSet presAssocID="{A379A169-93D7-4319-80B7-A14181FF7D2D}" presName="sibTrans" presStyleCnt="0"/>
      <dgm:spPr/>
    </dgm:pt>
    <dgm:pt modelId="{E3F2C450-D400-4631-A193-95FBE63E6527}" type="pres">
      <dgm:prSet presAssocID="{198DE975-D85D-4D8E-8118-2A3888CF0E75}" presName="composite" presStyleCnt="0"/>
      <dgm:spPr/>
    </dgm:pt>
    <dgm:pt modelId="{33B84DD3-8F55-4BB6-8CEC-405EE54AE954}" type="pres">
      <dgm:prSet presAssocID="{198DE975-D85D-4D8E-8118-2A3888CF0E75}" presName="ParentText" presStyleLbl="node1" presStyleIdx="3" presStyleCnt="5" custLinFactNeighborX="11101" custLinFactNeighborY="6405">
        <dgm:presLayoutVars>
          <dgm:chMax val="1"/>
          <dgm:chPref val="1"/>
          <dgm:bulletEnabled val="1"/>
        </dgm:presLayoutVars>
      </dgm:prSet>
      <dgm:spPr/>
    </dgm:pt>
    <dgm:pt modelId="{CD8DAC3B-479E-4C41-836A-9C47D1CA28D3}" type="pres">
      <dgm:prSet presAssocID="{198DE975-D85D-4D8E-8118-2A3888CF0E75}" presName="Image" presStyleLbl="bgImgPlace1" presStyleIdx="3" presStyleCnt="5" custScaleX="181215" custLinFactNeighborX="13199" custLinFactNeighborY="-3383"/>
      <dgm:spPr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D51BC582-4C9E-4A91-8565-7246BD37DC25}" type="pres">
      <dgm:prSet presAssocID="{198DE975-D85D-4D8E-8118-2A3888CF0E75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9CC95AA3-936D-4D44-A07C-72B2F0FC8FBA}" type="pres">
      <dgm:prSet presAssocID="{031F8D5D-D7AC-4159-B3F6-6E0FD7D3A4C4}" presName="sibTrans" presStyleCnt="0"/>
      <dgm:spPr/>
    </dgm:pt>
    <dgm:pt modelId="{FD61BA1C-A2D1-4F06-90BF-2C02C984B0B0}" type="pres">
      <dgm:prSet presAssocID="{6F8BF790-9B88-40D0-B7F7-345703FED7AA}" presName="composite" presStyleCnt="0"/>
      <dgm:spPr/>
    </dgm:pt>
    <dgm:pt modelId="{0AD33DBF-6AB8-46CA-B43C-080F95B1D70D}" type="pres">
      <dgm:prSet presAssocID="{6F8BF790-9B88-40D0-B7F7-345703FED7AA}" presName="ParentText" presStyleLbl="node1" presStyleIdx="4" presStyleCnt="5" custLinFactNeighborX="10486" custLinFactNeighborY="13795">
        <dgm:presLayoutVars>
          <dgm:chMax val="1"/>
          <dgm:chPref val="1"/>
          <dgm:bulletEnabled val="1"/>
        </dgm:presLayoutVars>
      </dgm:prSet>
      <dgm:spPr/>
    </dgm:pt>
    <dgm:pt modelId="{20FB86E7-D162-4960-9687-4B5B318A3463}" type="pres">
      <dgm:prSet presAssocID="{6F8BF790-9B88-40D0-B7F7-345703FED7AA}" presName="Image" presStyleLbl="bgImgPlace1" presStyleIdx="4" presStyleCnt="5" custScaleX="190214" custScaleY="107214" custLinFactNeighborX="16770" custLinFactNeighborY="-1743"/>
      <dgm:spPr>
        <a:blipFill rotWithShape="1">
          <a:blip xmlns:r="http://schemas.openxmlformats.org/officeDocument/2006/relationships" r:embed="rId4"/>
          <a:srcRect/>
          <a:stretch>
            <a:fillRect l="-1000" r="-1000"/>
          </a:stretch>
        </a:blipFill>
      </dgm:spPr>
    </dgm:pt>
    <dgm:pt modelId="{8ED8AF10-4968-4097-A1FB-671A835A44AF}" type="pres">
      <dgm:prSet presAssocID="{6F8BF790-9B88-40D0-B7F7-345703FED7AA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0FCD30C-4CAB-4F41-9E39-A77A9CEB01F1}" srcId="{D170ED48-5542-4709-9592-761EAD9D15C3}" destId="{198DE975-D85D-4D8E-8118-2A3888CF0E75}" srcOrd="3" destOrd="0" parTransId="{7A03E5C7-9906-4977-A5C9-7BA4B77174A1}" sibTransId="{031F8D5D-D7AC-4159-B3F6-6E0FD7D3A4C4}"/>
    <dgm:cxn modelId="{19C2B512-2A64-4AC9-8DAF-B625C948BFA2}" srcId="{D170ED48-5542-4709-9592-761EAD9D15C3}" destId="{1DB2DE0A-2ED8-4B5A-B0E7-5550975D3BFC}" srcOrd="1" destOrd="0" parTransId="{720CD55C-34F0-49C4-B129-4A3DC9FA6BCC}" sibTransId="{F80A8BEB-53C1-4422-A98A-73C160B9DB13}"/>
    <dgm:cxn modelId="{E7B51A65-F0F4-4AC2-A6DE-75AFD1E8FE93}" srcId="{D170ED48-5542-4709-9592-761EAD9D15C3}" destId="{6F8BF790-9B88-40D0-B7F7-345703FED7AA}" srcOrd="4" destOrd="0" parTransId="{E8142574-5B97-4652-AE2B-DF2C55920798}" sibTransId="{9D3346A8-2F8F-4D0D-BC7B-508F4E9351C3}"/>
    <dgm:cxn modelId="{65DC3F45-1FB1-4D60-90C2-32C44EDB6533}" type="presOf" srcId="{95872D28-69EC-41C9-842B-B96BB6D9E6E1}" destId="{7B544128-236A-4C8F-81E2-F7363674A42B}" srcOrd="0" destOrd="0" presId="urn:microsoft.com/office/officeart/2008/layout/TitledPictureBlocks"/>
    <dgm:cxn modelId="{79F8264A-AF21-4CDB-BFA7-FEF59715F403}" type="presOf" srcId="{D170ED48-5542-4709-9592-761EAD9D15C3}" destId="{2F646376-DCBF-412C-9E47-C8A2303D1D30}" srcOrd="0" destOrd="0" presId="urn:microsoft.com/office/officeart/2008/layout/TitledPictureBlocks"/>
    <dgm:cxn modelId="{C5280C75-90D4-41A2-9678-7D2EB13FEACF}" type="presOf" srcId="{1DB2DE0A-2ED8-4B5A-B0E7-5550975D3BFC}" destId="{367FB015-5792-4E18-B651-0B3C792DF617}" srcOrd="0" destOrd="0" presId="urn:microsoft.com/office/officeart/2008/layout/TitledPictureBlocks"/>
    <dgm:cxn modelId="{3C68FB7D-DDE8-4A74-900C-DE9E71DB708F}" srcId="{D170ED48-5542-4709-9592-761EAD9D15C3}" destId="{95872D28-69EC-41C9-842B-B96BB6D9E6E1}" srcOrd="0" destOrd="0" parTransId="{28624FC6-DD15-415D-BE68-611455CF8934}" sibTransId="{F248075D-9B42-41B5-A209-9DAB9A6E4C8D}"/>
    <dgm:cxn modelId="{2A1D1C96-4D3F-44F3-823D-DA3978CFB2BA}" srcId="{D170ED48-5542-4709-9592-761EAD9D15C3}" destId="{7F19D74A-4C9F-4842-8F98-CD5834302787}" srcOrd="2" destOrd="0" parTransId="{F7201E17-3C6B-42A0-BD7A-56A85737EBA6}" sibTransId="{A379A169-93D7-4319-80B7-A14181FF7D2D}"/>
    <dgm:cxn modelId="{83FFA9CE-B40E-412F-827E-962322BED84E}" type="presOf" srcId="{198DE975-D85D-4D8E-8118-2A3888CF0E75}" destId="{33B84DD3-8F55-4BB6-8CEC-405EE54AE954}" srcOrd="0" destOrd="0" presId="urn:microsoft.com/office/officeart/2008/layout/TitledPictureBlocks"/>
    <dgm:cxn modelId="{7AAEB2D0-AA06-408B-B57A-8D54E0E2C239}" type="presOf" srcId="{7F19D74A-4C9F-4842-8F98-CD5834302787}" destId="{1DC0BEA1-FE60-4945-9502-1CF0BCE4C426}" srcOrd="0" destOrd="0" presId="urn:microsoft.com/office/officeart/2008/layout/TitledPictureBlocks"/>
    <dgm:cxn modelId="{7377C8E6-6491-4716-B457-ED53AAD4F66D}" type="presOf" srcId="{6F8BF790-9B88-40D0-B7F7-345703FED7AA}" destId="{0AD33DBF-6AB8-46CA-B43C-080F95B1D70D}" srcOrd="0" destOrd="0" presId="urn:microsoft.com/office/officeart/2008/layout/TitledPictureBlocks"/>
    <dgm:cxn modelId="{F320DA32-AF87-4113-A722-682032548629}" type="presParOf" srcId="{2F646376-DCBF-412C-9E47-C8A2303D1D30}" destId="{954241D2-817B-4B1E-9667-56D63C4E5B5E}" srcOrd="0" destOrd="0" presId="urn:microsoft.com/office/officeart/2008/layout/TitledPictureBlocks"/>
    <dgm:cxn modelId="{62BF90E9-2D1B-441C-A43F-9450FD58E5AA}" type="presParOf" srcId="{954241D2-817B-4B1E-9667-56D63C4E5B5E}" destId="{7B544128-236A-4C8F-81E2-F7363674A42B}" srcOrd="0" destOrd="0" presId="urn:microsoft.com/office/officeart/2008/layout/TitledPictureBlocks"/>
    <dgm:cxn modelId="{E006F324-D5F7-4239-ABB5-77C3B705949A}" type="presParOf" srcId="{954241D2-817B-4B1E-9667-56D63C4E5B5E}" destId="{7BA24BF4-FE58-4001-BE7A-1FA96A330703}" srcOrd="1" destOrd="0" presId="urn:microsoft.com/office/officeart/2008/layout/TitledPictureBlocks"/>
    <dgm:cxn modelId="{1C6ECC20-9EFF-4EE2-804C-7002111046F6}" type="presParOf" srcId="{954241D2-817B-4B1E-9667-56D63C4E5B5E}" destId="{5D95D609-E1B9-4D05-A7E8-7D31E8A8FC83}" srcOrd="2" destOrd="0" presId="urn:microsoft.com/office/officeart/2008/layout/TitledPictureBlocks"/>
    <dgm:cxn modelId="{7C162FA8-B9B9-4434-A1D8-D37BDF9966C4}" type="presParOf" srcId="{2F646376-DCBF-412C-9E47-C8A2303D1D30}" destId="{B36141A8-70A1-4E8D-BFFA-81D643DE3DBB}" srcOrd="1" destOrd="0" presId="urn:microsoft.com/office/officeart/2008/layout/TitledPictureBlocks"/>
    <dgm:cxn modelId="{A4955DC6-D6DA-4B8B-BD21-71B945F41663}" type="presParOf" srcId="{2F646376-DCBF-412C-9E47-C8A2303D1D30}" destId="{0B6D6871-5535-4B5A-9E16-B799C45F44C4}" srcOrd="2" destOrd="0" presId="urn:microsoft.com/office/officeart/2008/layout/TitledPictureBlocks"/>
    <dgm:cxn modelId="{FF69A4DF-1417-4FDB-8AA7-75A0ED0EA90A}" type="presParOf" srcId="{0B6D6871-5535-4B5A-9E16-B799C45F44C4}" destId="{367FB015-5792-4E18-B651-0B3C792DF617}" srcOrd="0" destOrd="0" presId="urn:microsoft.com/office/officeart/2008/layout/TitledPictureBlocks"/>
    <dgm:cxn modelId="{5A7B40DF-3F77-474D-AC78-8D6CD70A141D}" type="presParOf" srcId="{0B6D6871-5535-4B5A-9E16-B799C45F44C4}" destId="{84B16509-A48B-4559-AB17-966846ED5EEE}" srcOrd="1" destOrd="0" presId="urn:microsoft.com/office/officeart/2008/layout/TitledPictureBlocks"/>
    <dgm:cxn modelId="{4C3A9CEB-6DC6-4CAC-A8A7-5CA13B58F58F}" type="presParOf" srcId="{0B6D6871-5535-4B5A-9E16-B799C45F44C4}" destId="{4FA97E68-99B0-4779-A2FD-28B130FFDA60}" srcOrd="2" destOrd="0" presId="urn:microsoft.com/office/officeart/2008/layout/TitledPictureBlocks"/>
    <dgm:cxn modelId="{7B993D26-D2A3-42F7-8C1D-EE1979210D27}" type="presParOf" srcId="{2F646376-DCBF-412C-9E47-C8A2303D1D30}" destId="{3265292E-A863-4B2A-B9BB-ED51E75CF374}" srcOrd="3" destOrd="0" presId="urn:microsoft.com/office/officeart/2008/layout/TitledPictureBlocks"/>
    <dgm:cxn modelId="{EB5F2B55-022C-4845-814C-7CDFD51E715C}" type="presParOf" srcId="{2F646376-DCBF-412C-9E47-C8A2303D1D30}" destId="{DC57F05B-76C7-4214-AC8F-BEF8366C9837}" srcOrd="4" destOrd="0" presId="urn:microsoft.com/office/officeart/2008/layout/TitledPictureBlocks"/>
    <dgm:cxn modelId="{9BAA01CF-8EE2-43F1-9DD3-50842CD5DB4F}" type="presParOf" srcId="{DC57F05B-76C7-4214-AC8F-BEF8366C9837}" destId="{1DC0BEA1-FE60-4945-9502-1CF0BCE4C426}" srcOrd="0" destOrd="0" presId="urn:microsoft.com/office/officeart/2008/layout/TitledPictureBlocks"/>
    <dgm:cxn modelId="{80060728-33CF-436C-8F97-500CC62C1D29}" type="presParOf" srcId="{DC57F05B-76C7-4214-AC8F-BEF8366C9837}" destId="{3F0F4CC3-CD19-4526-9BFD-63D312A4591A}" srcOrd="1" destOrd="0" presId="urn:microsoft.com/office/officeart/2008/layout/TitledPictureBlocks"/>
    <dgm:cxn modelId="{E6AC4EA5-0672-4C82-9C07-DB6D38CB38A2}" type="presParOf" srcId="{DC57F05B-76C7-4214-AC8F-BEF8366C9837}" destId="{CFE66F97-04F7-4CFD-853B-5AD48A6D22D9}" srcOrd="2" destOrd="0" presId="urn:microsoft.com/office/officeart/2008/layout/TitledPictureBlocks"/>
    <dgm:cxn modelId="{274EF1FE-C477-4742-BB7C-DC799B995A5A}" type="presParOf" srcId="{2F646376-DCBF-412C-9E47-C8A2303D1D30}" destId="{31E2611C-6DA4-4961-AF59-C2AD01D372AA}" srcOrd="5" destOrd="0" presId="urn:microsoft.com/office/officeart/2008/layout/TitledPictureBlocks"/>
    <dgm:cxn modelId="{DF7B2FB9-8F8A-41FA-936C-BFA4352F6A51}" type="presParOf" srcId="{2F646376-DCBF-412C-9E47-C8A2303D1D30}" destId="{E3F2C450-D400-4631-A193-95FBE63E6527}" srcOrd="6" destOrd="0" presId="urn:microsoft.com/office/officeart/2008/layout/TitledPictureBlocks"/>
    <dgm:cxn modelId="{A5FC23BC-BE99-4AE4-89F4-2805AA21730B}" type="presParOf" srcId="{E3F2C450-D400-4631-A193-95FBE63E6527}" destId="{33B84DD3-8F55-4BB6-8CEC-405EE54AE954}" srcOrd="0" destOrd="0" presId="urn:microsoft.com/office/officeart/2008/layout/TitledPictureBlocks"/>
    <dgm:cxn modelId="{2FB5B752-10B8-492E-AE89-29E66A8B2C54}" type="presParOf" srcId="{E3F2C450-D400-4631-A193-95FBE63E6527}" destId="{CD8DAC3B-479E-4C41-836A-9C47D1CA28D3}" srcOrd="1" destOrd="0" presId="urn:microsoft.com/office/officeart/2008/layout/TitledPictureBlocks"/>
    <dgm:cxn modelId="{45FF5E18-E70B-4A96-A30A-3C4CC57207EB}" type="presParOf" srcId="{E3F2C450-D400-4631-A193-95FBE63E6527}" destId="{D51BC582-4C9E-4A91-8565-7246BD37DC25}" srcOrd="2" destOrd="0" presId="urn:microsoft.com/office/officeart/2008/layout/TitledPictureBlocks"/>
    <dgm:cxn modelId="{F4E5FC1B-A210-4F14-A10A-155BA4B17264}" type="presParOf" srcId="{2F646376-DCBF-412C-9E47-C8A2303D1D30}" destId="{9CC95AA3-936D-4D44-A07C-72B2F0FC8FBA}" srcOrd="7" destOrd="0" presId="urn:microsoft.com/office/officeart/2008/layout/TitledPictureBlocks"/>
    <dgm:cxn modelId="{B8BD0A05-24B4-4538-A5A2-6F75FE53673D}" type="presParOf" srcId="{2F646376-DCBF-412C-9E47-C8A2303D1D30}" destId="{FD61BA1C-A2D1-4F06-90BF-2C02C984B0B0}" srcOrd="8" destOrd="0" presId="urn:microsoft.com/office/officeart/2008/layout/TitledPictureBlocks"/>
    <dgm:cxn modelId="{9D92313A-972D-41B4-AFE2-10C29907EA76}" type="presParOf" srcId="{FD61BA1C-A2D1-4F06-90BF-2C02C984B0B0}" destId="{0AD33DBF-6AB8-46CA-B43C-080F95B1D70D}" srcOrd="0" destOrd="0" presId="urn:microsoft.com/office/officeart/2008/layout/TitledPictureBlocks"/>
    <dgm:cxn modelId="{EAB624E8-FA81-4C2C-86AF-399E990AA68E}" type="presParOf" srcId="{FD61BA1C-A2D1-4F06-90BF-2C02C984B0B0}" destId="{20FB86E7-D162-4960-9687-4B5B318A3463}" srcOrd="1" destOrd="0" presId="urn:microsoft.com/office/officeart/2008/layout/TitledPictureBlocks"/>
    <dgm:cxn modelId="{B80ED6F6-B15D-49E7-8A67-9C746FB736A1}" type="presParOf" srcId="{FD61BA1C-A2D1-4F06-90BF-2C02C984B0B0}" destId="{8ED8AF10-4968-4097-A1FB-671A835A44AF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24BF4-FE58-4001-BE7A-1FA96A330703}">
      <dsp:nvSpPr>
        <dsp:cNvPr id="0" name=""/>
        <dsp:cNvSpPr/>
      </dsp:nvSpPr>
      <dsp:spPr>
        <a:xfrm>
          <a:off x="246994" y="549562"/>
          <a:ext cx="3761110" cy="1803974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44128-236A-4C8F-81E2-F7363674A42B}">
      <dsp:nvSpPr>
        <dsp:cNvPr id="0" name=""/>
        <dsp:cNvSpPr/>
      </dsp:nvSpPr>
      <dsp:spPr>
        <a:xfrm>
          <a:off x="906632" y="304322"/>
          <a:ext cx="2122966" cy="309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Main Page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906632" y="304322"/>
        <a:ext cx="2122966" cy="309742"/>
      </dsp:txXfrm>
    </dsp:sp>
    <dsp:sp modelId="{84B16509-A48B-4559-AB17-966846ED5EEE}">
      <dsp:nvSpPr>
        <dsp:cNvPr id="0" name=""/>
        <dsp:cNvSpPr/>
      </dsp:nvSpPr>
      <dsp:spPr>
        <a:xfrm>
          <a:off x="4316909" y="613715"/>
          <a:ext cx="3617746" cy="1804802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FB015-5792-4E18-B651-0B3C792DF617}">
      <dsp:nvSpPr>
        <dsp:cNvPr id="0" name=""/>
        <dsp:cNvSpPr/>
      </dsp:nvSpPr>
      <dsp:spPr>
        <a:xfrm>
          <a:off x="5042093" y="387851"/>
          <a:ext cx="2122966" cy="309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 Recycle Products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5042093" y="387851"/>
        <a:ext cx="2122966" cy="309742"/>
      </dsp:txXfrm>
    </dsp:sp>
    <dsp:sp modelId="{3F0F4CC3-CD19-4526-9BFD-63D312A4591A}">
      <dsp:nvSpPr>
        <dsp:cNvPr id="0" name=""/>
        <dsp:cNvSpPr/>
      </dsp:nvSpPr>
      <dsp:spPr>
        <a:xfrm>
          <a:off x="8217007" y="583568"/>
          <a:ext cx="3479222" cy="1803650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0BEA1-FE60-4945-9502-1CF0BCE4C426}">
      <dsp:nvSpPr>
        <dsp:cNvPr id="0" name=""/>
        <dsp:cNvSpPr/>
      </dsp:nvSpPr>
      <dsp:spPr>
        <a:xfrm>
          <a:off x="8816268" y="325527"/>
          <a:ext cx="2122966" cy="309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Account</a:t>
          </a:r>
          <a:r>
            <a:rPr lang="en-US" sz="1300" kern="1200" dirty="0"/>
            <a:t> </a:t>
          </a:r>
          <a:endParaRPr lang="en-IN" sz="1300" kern="1200" dirty="0"/>
        </a:p>
      </dsp:txBody>
      <dsp:txXfrm>
        <a:off x="8816268" y="325527"/>
        <a:ext cx="2122966" cy="309742"/>
      </dsp:txXfrm>
    </dsp:sp>
    <dsp:sp modelId="{CD8DAC3B-479E-4C41-836A-9C47D1CA28D3}">
      <dsp:nvSpPr>
        <dsp:cNvPr id="0" name=""/>
        <dsp:cNvSpPr/>
      </dsp:nvSpPr>
      <dsp:spPr>
        <a:xfrm>
          <a:off x="2035228" y="3058818"/>
          <a:ext cx="3847133" cy="1798776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84DD3-8F55-4BB6-8CEC-405EE54AE954}">
      <dsp:nvSpPr>
        <dsp:cNvPr id="0" name=""/>
        <dsp:cNvSpPr/>
      </dsp:nvSpPr>
      <dsp:spPr>
        <a:xfrm>
          <a:off x="2852771" y="2796522"/>
          <a:ext cx="2122966" cy="309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Manage Order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2852771" y="2796522"/>
        <a:ext cx="2122966" cy="309742"/>
      </dsp:txXfrm>
    </dsp:sp>
    <dsp:sp modelId="{20FB86E7-D162-4960-9687-4B5B318A3463}">
      <dsp:nvSpPr>
        <dsp:cNvPr id="0" name=""/>
        <dsp:cNvSpPr/>
      </dsp:nvSpPr>
      <dsp:spPr>
        <a:xfrm>
          <a:off x="6444944" y="2990995"/>
          <a:ext cx="4038178" cy="1928540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33DBF-6AB8-46CA-B43C-080F95B1D70D}">
      <dsp:nvSpPr>
        <dsp:cNvPr id="0" name=""/>
        <dsp:cNvSpPr/>
      </dsp:nvSpPr>
      <dsp:spPr>
        <a:xfrm>
          <a:off x="7269143" y="2786971"/>
          <a:ext cx="2122966" cy="309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Sell</a:t>
          </a:r>
          <a:r>
            <a:rPr lang="en-US" sz="1600" kern="1200" dirty="0"/>
            <a:t> </a:t>
          </a:r>
          <a:r>
            <a:rPr lang="en-US" sz="1600" kern="1200" dirty="0">
              <a:solidFill>
                <a:srgbClr val="002060"/>
              </a:solidFill>
            </a:rPr>
            <a:t>Side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7269143" y="2786971"/>
        <a:ext cx="2122966" cy="309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24BF4-FE58-4001-BE7A-1FA96A330703}">
      <dsp:nvSpPr>
        <dsp:cNvPr id="0" name=""/>
        <dsp:cNvSpPr/>
      </dsp:nvSpPr>
      <dsp:spPr>
        <a:xfrm>
          <a:off x="246672" y="648106"/>
          <a:ext cx="3727432" cy="1787821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44128-236A-4C8F-81E2-F7363674A42B}">
      <dsp:nvSpPr>
        <dsp:cNvPr id="0" name=""/>
        <dsp:cNvSpPr/>
      </dsp:nvSpPr>
      <dsp:spPr>
        <a:xfrm>
          <a:off x="900403" y="405062"/>
          <a:ext cx="2103956" cy="306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SS Dashboard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900403" y="405062"/>
        <a:ext cx="2103956" cy="306968"/>
      </dsp:txXfrm>
    </dsp:sp>
    <dsp:sp modelId="{84B16509-A48B-4559-AB17-966846ED5EEE}">
      <dsp:nvSpPr>
        <dsp:cNvPr id="0" name=""/>
        <dsp:cNvSpPr/>
      </dsp:nvSpPr>
      <dsp:spPr>
        <a:xfrm>
          <a:off x="4260332" y="711685"/>
          <a:ext cx="3585352" cy="1788641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FB015-5792-4E18-B651-0B3C792DF617}">
      <dsp:nvSpPr>
        <dsp:cNvPr id="0" name=""/>
        <dsp:cNvSpPr/>
      </dsp:nvSpPr>
      <dsp:spPr>
        <a:xfrm>
          <a:off x="4979022" y="487843"/>
          <a:ext cx="2103956" cy="306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 Manage Stock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4979022" y="487843"/>
        <a:ext cx="2103956" cy="306968"/>
      </dsp:txXfrm>
    </dsp:sp>
    <dsp:sp modelId="{3F0F4CC3-CD19-4526-9BFD-63D312A4591A}">
      <dsp:nvSpPr>
        <dsp:cNvPr id="0" name=""/>
        <dsp:cNvSpPr/>
      </dsp:nvSpPr>
      <dsp:spPr>
        <a:xfrm>
          <a:off x="8105696" y="681807"/>
          <a:ext cx="3448069" cy="1787500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5000" r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0BEA1-FE60-4945-9502-1CF0BCE4C426}">
      <dsp:nvSpPr>
        <dsp:cNvPr id="0" name=""/>
        <dsp:cNvSpPr/>
      </dsp:nvSpPr>
      <dsp:spPr>
        <a:xfrm>
          <a:off x="8699590" y="426077"/>
          <a:ext cx="2103956" cy="306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Order Request</a:t>
          </a:r>
          <a:r>
            <a:rPr lang="en-US" sz="1300" kern="1200" dirty="0"/>
            <a:t> </a:t>
          </a:r>
          <a:endParaRPr lang="en-IN" sz="1300" kern="1200" dirty="0"/>
        </a:p>
      </dsp:txBody>
      <dsp:txXfrm>
        <a:off x="8699590" y="426077"/>
        <a:ext cx="2103956" cy="306968"/>
      </dsp:txXfrm>
    </dsp:sp>
    <dsp:sp modelId="{CD8DAC3B-479E-4C41-836A-9C47D1CA28D3}">
      <dsp:nvSpPr>
        <dsp:cNvPr id="0" name=""/>
        <dsp:cNvSpPr/>
      </dsp:nvSpPr>
      <dsp:spPr>
        <a:xfrm>
          <a:off x="2008987" y="3134894"/>
          <a:ext cx="3812685" cy="1782669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84DD3-8F55-4BB6-8CEC-405EE54AE954}">
      <dsp:nvSpPr>
        <dsp:cNvPr id="0" name=""/>
        <dsp:cNvSpPr/>
      </dsp:nvSpPr>
      <dsp:spPr>
        <a:xfrm>
          <a:off x="2819210" y="2874946"/>
          <a:ext cx="2103956" cy="306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Transactions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2819210" y="2874946"/>
        <a:ext cx="2103956" cy="306968"/>
      </dsp:txXfrm>
    </dsp:sp>
    <dsp:sp modelId="{20FB86E7-D162-4960-9687-4B5B318A3463}">
      <dsp:nvSpPr>
        <dsp:cNvPr id="0" name=""/>
        <dsp:cNvSpPr/>
      </dsp:nvSpPr>
      <dsp:spPr>
        <a:xfrm>
          <a:off x="6359406" y="3067678"/>
          <a:ext cx="4002020" cy="1911271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33DBF-6AB8-46CA-B43C-080F95B1D70D}">
      <dsp:nvSpPr>
        <dsp:cNvPr id="0" name=""/>
        <dsp:cNvSpPr/>
      </dsp:nvSpPr>
      <dsp:spPr>
        <a:xfrm>
          <a:off x="7176225" y="2865480"/>
          <a:ext cx="2103956" cy="306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</a:rPr>
            <a:t>Settings</a:t>
          </a:r>
          <a:endParaRPr lang="en-IN" sz="1600" kern="1200" dirty="0">
            <a:solidFill>
              <a:srgbClr val="002060"/>
            </a:solidFill>
          </a:endParaRPr>
        </a:p>
      </dsp:txBody>
      <dsp:txXfrm>
        <a:off x="7176225" y="2865480"/>
        <a:ext cx="2103956" cy="3069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24BF4-FE58-4001-BE7A-1FA96A330703}">
      <dsp:nvSpPr>
        <dsp:cNvPr id="0" name=""/>
        <dsp:cNvSpPr/>
      </dsp:nvSpPr>
      <dsp:spPr>
        <a:xfrm>
          <a:off x="245653" y="762197"/>
          <a:ext cx="3719785" cy="1784153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44128-236A-4C8F-81E2-F7363674A42B}">
      <dsp:nvSpPr>
        <dsp:cNvPr id="0" name=""/>
        <dsp:cNvSpPr/>
      </dsp:nvSpPr>
      <dsp:spPr>
        <a:xfrm>
          <a:off x="898043" y="519652"/>
          <a:ext cx="2099639" cy="306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>
                  <a:lumMod val="10000"/>
                </a:schemeClr>
              </a:solidFill>
            </a:rPr>
            <a:t>Dashboard</a:t>
          </a:r>
          <a:endParaRPr lang="en-IN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898043" y="519652"/>
        <a:ext cx="2099639" cy="306338"/>
      </dsp:txXfrm>
    </dsp:sp>
    <dsp:sp modelId="{84B16509-A48B-4559-AB17-966846ED5EEE}">
      <dsp:nvSpPr>
        <dsp:cNvPr id="0" name=""/>
        <dsp:cNvSpPr/>
      </dsp:nvSpPr>
      <dsp:spPr>
        <a:xfrm>
          <a:off x="4230614" y="825646"/>
          <a:ext cx="3577996" cy="1784971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FB015-5792-4E18-B651-0B3C792DF617}">
      <dsp:nvSpPr>
        <dsp:cNvPr id="0" name=""/>
        <dsp:cNvSpPr/>
      </dsp:nvSpPr>
      <dsp:spPr>
        <a:xfrm>
          <a:off x="4947830" y="602263"/>
          <a:ext cx="2099639" cy="306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>
                  <a:lumMod val="10000"/>
                </a:schemeClr>
              </a:solidFill>
            </a:rPr>
            <a:t> </a:t>
          </a:r>
          <a:r>
            <a:rPr lang="en-US" sz="1600" kern="1200" dirty="0" err="1">
              <a:solidFill>
                <a:schemeClr val="bg2">
                  <a:lumMod val="10000"/>
                </a:schemeClr>
              </a:solidFill>
            </a:rPr>
            <a:t>LeaderBoard</a:t>
          </a:r>
          <a:endParaRPr lang="en-IN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4947830" y="602263"/>
        <a:ext cx="2099639" cy="306338"/>
      </dsp:txXfrm>
    </dsp:sp>
    <dsp:sp modelId="{3F0F4CC3-CD19-4526-9BFD-63D312A4591A}">
      <dsp:nvSpPr>
        <dsp:cNvPr id="0" name=""/>
        <dsp:cNvSpPr/>
      </dsp:nvSpPr>
      <dsp:spPr>
        <a:xfrm>
          <a:off x="8047625" y="795829"/>
          <a:ext cx="3440994" cy="1783833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0BEA1-FE60-4945-9502-1CF0BCE4C426}">
      <dsp:nvSpPr>
        <dsp:cNvPr id="0" name=""/>
        <dsp:cNvSpPr/>
      </dsp:nvSpPr>
      <dsp:spPr>
        <a:xfrm>
          <a:off x="8640301" y="540624"/>
          <a:ext cx="2099639" cy="306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>
                  <a:lumMod val="10000"/>
                </a:schemeClr>
              </a:solidFill>
            </a:rPr>
            <a:t>Analytics &amp; Report</a:t>
          </a:r>
          <a:r>
            <a:rPr lang="en-US" sz="1600" kern="1200" dirty="0"/>
            <a:t> </a:t>
          </a:r>
          <a:endParaRPr lang="en-IN" sz="1600" kern="1200" dirty="0"/>
        </a:p>
      </dsp:txBody>
      <dsp:txXfrm>
        <a:off x="8640301" y="540624"/>
        <a:ext cx="2099639" cy="306338"/>
      </dsp:txXfrm>
    </dsp:sp>
    <dsp:sp modelId="{CD8DAC3B-479E-4C41-836A-9C47D1CA28D3}">
      <dsp:nvSpPr>
        <dsp:cNvPr id="0" name=""/>
        <dsp:cNvSpPr/>
      </dsp:nvSpPr>
      <dsp:spPr>
        <a:xfrm>
          <a:off x="1994121" y="3243883"/>
          <a:ext cx="3804862" cy="1779012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84DD3-8F55-4BB6-8CEC-405EE54AE954}">
      <dsp:nvSpPr>
        <dsp:cNvPr id="0" name=""/>
        <dsp:cNvSpPr/>
      </dsp:nvSpPr>
      <dsp:spPr>
        <a:xfrm>
          <a:off x="2802682" y="2984469"/>
          <a:ext cx="2099639" cy="306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>
                  <a:lumMod val="10000"/>
                </a:schemeClr>
              </a:solidFill>
            </a:rPr>
            <a:t>User Management</a:t>
          </a:r>
          <a:endParaRPr lang="en-IN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2802682" y="2984469"/>
        <a:ext cx="2099639" cy="306338"/>
      </dsp:txXfrm>
    </dsp:sp>
    <dsp:sp modelId="{20FB86E7-D162-4960-9687-4B5B318A3463}">
      <dsp:nvSpPr>
        <dsp:cNvPr id="0" name=""/>
        <dsp:cNvSpPr/>
      </dsp:nvSpPr>
      <dsp:spPr>
        <a:xfrm>
          <a:off x="6315150" y="3176805"/>
          <a:ext cx="3993809" cy="1907350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l="-1000" r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33DBF-6AB8-46CA-B43C-080F95B1D70D}">
      <dsp:nvSpPr>
        <dsp:cNvPr id="0" name=""/>
        <dsp:cNvSpPr/>
      </dsp:nvSpPr>
      <dsp:spPr>
        <a:xfrm>
          <a:off x="7130294" y="2975023"/>
          <a:ext cx="2099639" cy="306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2">
                  <a:lumMod val="10000"/>
                </a:schemeClr>
              </a:solidFill>
            </a:rPr>
            <a:t>Shops Management</a:t>
          </a:r>
          <a:endParaRPr lang="en-IN" sz="1600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7130294" y="2975023"/>
        <a:ext cx="2099639" cy="306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6F085-CED7-4928-84D6-4E2A448F741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COMPUTER SCIENCE AND BUSINESS SYSTEMS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0126D-6498-4EEA-B0A8-0BAC5A8E3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9023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3;n">
            <a:extLst>
              <a:ext uri="{FF2B5EF4-FFF2-40B4-BE49-F238E27FC236}">
                <a16:creationId xmlns:a16="http://schemas.microsoft.com/office/drawing/2014/main" id="{7385F827-DC7F-ACCC-08DE-A8F5FCEF54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200"/>
              <a:buFont typeface="Calibri" panose="020F050202020403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F7582BF6-036D-4C56-9F45-5D8638069C4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7651" name="Google Shape;4;n">
            <a:extLst>
              <a:ext uri="{FF2B5EF4-FFF2-40B4-BE49-F238E27FC236}">
                <a16:creationId xmlns:a16="http://schemas.microsoft.com/office/drawing/2014/main" id="{CD980576-3347-CB77-D517-F94460958B94}"/>
              </a:ext>
            </a:extLst>
          </p:cNvPr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800"/>
              <a:buFont typeface="Oi" charset="0"/>
              <a:buNone/>
              <a:defRPr sz="1800">
                <a:solidFill>
                  <a:srgbClr val="000000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7652" name="Google Shape;5;n">
            <a:extLst>
              <a:ext uri="{FF2B5EF4-FFF2-40B4-BE49-F238E27FC236}">
                <a16:creationId xmlns:a16="http://schemas.microsoft.com/office/drawing/2014/main" id="{2255B56A-AE94-A53F-9074-0C8BD8B847C4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800"/>
              <a:buFont typeface="Oi" charset="0"/>
              <a:buNone/>
              <a:defRPr sz="1800">
                <a:solidFill>
                  <a:srgbClr val="000000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0725" name="Google Shape;6;n">
            <a:extLst>
              <a:ext uri="{FF2B5EF4-FFF2-40B4-BE49-F238E27FC236}">
                <a16:creationId xmlns:a16="http://schemas.microsoft.com/office/drawing/2014/main" id="{587FE673-9D3A-5C9E-BD59-625C5145247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2147483647 w 120000"/>
              <a:gd name="T3" fmla="*/ 0 h 120000"/>
              <a:gd name="T4" fmla="*/ 2147483647 w 120000"/>
              <a:gd name="T5" fmla="*/ 2147483647 h 120000"/>
              <a:gd name="T6" fmla="*/ 0 w 120000"/>
              <a:gd name="T7" fmla="*/ 2147483647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6" name="Google Shape;7;n">
            <a:extLst>
              <a:ext uri="{FF2B5EF4-FFF2-40B4-BE49-F238E27FC236}">
                <a16:creationId xmlns:a16="http://schemas.microsoft.com/office/drawing/2014/main" id="{A3A61492-FB03-1F74-6B04-A740B40F6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7655" name="Google Shape;8;n">
            <a:extLst>
              <a:ext uri="{FF2B5EF4-FFF2-40B4-BE49-F238E27FC236}">
                <a16:creationId xmlns:a16="http://schemas.microsoft.com/office/drawing/2014/main" id="{D26F5987-A74F-0523-C1D4-543A6656151A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800"/>
              <a:buFont typeface="Oi" charset="0"/>
              <a:buNone/>
              <a:defRPr sz="1800">
                <a:solidFill>
                  <a:srgbClr val="000000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755237956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91;p1:notes">
            <a:extLst>
              <a:ext uri="{FF2B5EF4-FFF2-40B4-BE49-F238E27FC236}">
                <a16:creationId xmlns:a16="http://schemas.microsoft.com/office/drawing/2014/main" id="{35AC41CD-AE15-9036-7E63-C1DF3DC0401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1747" name="Google Shape;92;p1:notes">
            <a:extLst>
              <a:ext uri="{FF2B5EF4-FFF2-40B4-BE49-F238E27FC236}">
                <a16:creationId xmlns:a16="http://schemas.microsoft.com/office/drawing/2014/main" id="{B65C9278-9599-99DB-B095-B13389760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748" name="Google Shape;93;p1:notes">
            <a:extLst>
              <a:ext uri="{FF2B5EF4-FFF2-40B4-BE49-F238E27FC236}">
                <a16:creationId xmlns:a16="http://schemas.microsoft.com/office/drawing/2014/main" id="{10D8DBEA-92FC-1710-D2BC-E4BAD7D9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0B524C3-6846-4CC7-862F-98B4E3341E16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1444989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100;p2:notes">
            <a:extLst>
              <a:ext uri="{FF2B5EF4-FFF2-40B4-BE49-F238E27FC236}">
                <a16:creationId xmlns:a16="http://schemas.microsoft.com/office/drawing/2014/main" id="{3006ED4A-2B8B-0BA3-43CE-51ADB1F64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1" name="Google Shape;101;p2:notes">
            <a:extLst>
              <a:ext uri="{FF2B5EF4-FFF2-40B4-BE49-F238E27FC236}">
                <a16:creationId xmlns:a16="http://schemas.microsoft.com/office/drawing/2014/main" id="{FB937B8C-ED8C-5959-F089-7AFFDA85B5B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1483833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07;p3:notes">
            <a:extLst>
              <a:ext uri="{FF2B5EF4-FFF2-40B4-BE49-F238E27FC236}">
                <a16:creationId xmlns:a16="http://schemas.microsoft.com/office/drawing/2014/main" id="{0D167DE2-6F3D-0AF6-40B6-2214EA30F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795" name="Google Shape;108;p3:notes">
            <a:extLst>
              <a:ext uri="{FF2B5EF4-FFF2-40B4-BE49-F238E27FC236}">
                <a16:creationId xmlns:a16="http://schemas.microsoft.com/office/drawing/2014/main" id="{7D833709-417B-F74B-148F-93EF9A9672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654332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13;p4:notes">
            <a:extLst>
              <a:ext uri="{FF2B5EF4-FFF2-40B4-BE49-F238E27FC236}">
                <a16:creationId xmlns:a16="http://schemas.microsoft.com/office/drawing/2014/main" id="{790F8054-AA08-0F9C-DA9A-1446B76159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4819" name="Google Shape;114;p4:notes">
            <a:extLst>
              <a:ext uri="{FF2B5EF4-FFF2-40B4-BE49-F238E27FC236}">
                <a16:creationId xmlns:a16="http://schemas.microsoft.com/office/drawing/2014/main" id="{3BBFAB36-3645-3712-60A8-4A2591E5F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15;p4:notes">
            <a:extLst>
              <a:ext uri="{FF2B5EF4-FFF2-40B4-BE49-F238E27FC236}">
                <a16:creationId xmlns:a16="http://schemas.microsoft.com/office/drawing/2014/main" id="{3C0DCEC2-859D-FF39-7C1C-800394BB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87E735C-99D5-4401-9827-5D5246A47583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5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917506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122;p5:notes">
            <a:extLst>
              <a:ext uri="{FF2B5EF4-FFF2-40B4-BE49-F238E27FC236}">
                <a16:creationId xmlns:a16="http://schemas.microsoft.com/office/drawing/2014/main" id="{2B4AF63B-9388-28D7-E095-5F2CFEBE62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5843" name="Google Shape;123;p5:notes">
            <a:extLst>
              <a:ext uri="{FF2B5EF4-FFF2-40B4-BE49-F238E27FC236}">
                <a16:creationId xmlns:a16="http://schemas.microsoft.com/office/drawing/2014/main" id="{BBE65B91-F779-8D60-28DB-9541C6DAF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844" name="Google Shape;124;p5:notes">
            <a:extLst>
              <a:ext uri="{FF2B5EF4-FFF2-40B4-BE49-F238E27FC236}">
                <a16:creationId xmlns:a16="http://schemas.microsoft.com/office/drawing/2014/main" id="{4810AC36-41EA-2856-F9CE-D7591D0E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41E7F33-EB1E-4A62-88AB-3F29D3EA10A4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6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4154888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130;p6:notes">
            <a:extLst>
              <a:ext uri="{FF2B5EF4-FFF2-40B4-BE49-F238E27FC236}">
                <a16:creationId xmlns:a16="http://schemas.microsoft.com/office/drawing/2014/main" id="{85EED39B-CF3B-314C-884A-939DA9E71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67" name="Google Shape;131;p6:notes">
            <a:extLst>
              <a:ext uri="{FF2B5EF4-FFF2-40B4-BE49-F238E27FC236}">
                <a16:creationId xmlns:a16="http://schemas.microsoft.com/office/drawing/2014/main" id="{44B764AC-274C-0923-99A9-23871483F1F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3892132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137;p7:notes">
            <a:extLst>
              <a:ext uri="{FF2B5EF4-FFF2-40B4-BE49-F238E27FC236}">
                <a16:creationId xmlns:a16="http://schemas.microsoft.com/office/drawing/2014/main" id="{D954ABEE-192E-F401-6DDD-647645C9356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7891" name="Google Shape;138;p7:notes">
            <a:extLst>
              <a:ext uri="{FF2B5EF4-FFF2-40B4-BE49-F238E27FC236}">
                <a16:creationId xmlns:a16="http://schemas.microsoft.com/office/drawing/2014/main" id="{8585B05B-914A-844F-17B8-95E46FC63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892" name="Google Shape;139;p7:notes">
            <a:extLst>
              <a:ext uri="{FF2B5EF4-FFF2-40B4-BE49-F238E27FC236}">
                <a16:creationId xmlns:a16="http://schemas.microsoft.com/office/drawing/2014/main" id="{09EDA073-398A-D00E-FFA1-1DA49215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B9C6E30-CA20-4E8C-9267-5B6F141AE9E2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8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3610830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145;p8:notes">
            <a:extLst>
              <a:ext uri="{FF2B5EF4-FFF2-40B4-BE49-F238E27FC236}">
                <a16:creationId xmlns:a16="http://schemas.microsoft.com/office/drawing/2014/main" id="{625D8C03-51AF-9DEA-A24B-5B9D8EEE2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915" name="Google Shape;146;p8:notes">
            <a:extLst>
              <a:ext uri="{FF2B5EF4-FFF2-40B4-BE49-F238E27FC236}">
                <a16:creationId xmlns:a16="http://schemas.microsoft.com/office/drawing/2014/main" id="{5321B223-E83F-9CB7-6A97-F92DE70DE51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292682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7582BF6-036D-4C56-9F45-5D8638069C4E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1117729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152;p9:notes">
            <a:extLst>
              <a:ext uri="{FF2B5EF4-FFF2-40B4-BE49-F238E27FC236}">
                <a16:creationId xmlns:a16="http://schemas.microsoft.com/office/drawing/2014/main" id="{3F115D76-9A05-57E3-8695-73E2BA1AE5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9939" name="Google Shape;153;p9:notes">
            <a:extLst>
              <a:ext uri="{FF2B5EF4-FFF2-40B4-BE49-F238E27FC236}">
                <a16:creationId xmlns:a16="http://schemas.microsoft.com/office/drawing/2014/main" id="{5F2C0994-DEBD-23A7-6119-326370CCB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940" name="Google Shape;154;p9:notes">
            <a:extLst>
              <a:ext uri="{FF2B5EF4-FFF2-40B4-BE49-F238E27FC236}">
                <a16:creationId xmlns:a16="http://schemas.microsoft.com/office/drawing/2014/main" id="{9957A2D3-3FEE-CE83-1718-EF648DCF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71971ED4-897E-475B-A91E-806DC65C8746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11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3980230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Google Shape;168;p11:notes">
            <a:extLst>
              <a:ext uri="{FF2B5EF4-FFF2-40B4-BE49-F238E27FC236}">
                <a16:creationId xmlns:a16="http://schemas.microsoft.com/office/drawing/2014/main" id="{C69CA220-DAAB-BE69-B274-BD2AE4E660D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40963" name="Google Shape;169;p11:notes">
            <a:extLst>
              <a:ext uri="{FF2B5EF4-FFF2-40B4-BE49-F238E27FC236}">
                <a16:creationId xmlns:a16="http://schemas.microsoft.com/office/drawing/2014/main" id="{CF5914A9-965C-8973-07EA-8101CF594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64" name="Google Shape;170;p11:notes">
            <a:extLst>
              <a:ext uri="{FF2B5EF4-FFF2-40B4-BE49-F238E27FC236}">
                <a16:creationId xmlns:a16="http://schemas.microsoft.com/office/drawing/2014/main" id="{95CB0E23-21D0-6598-D353-27517709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973F2D4E-C63B-4789-A1B2-394AEEEB2E87}" type="slidenum"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12</a:t>
            </a:fld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4019059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7582BF6-036D-4C56-9F45-5D8638069C4E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2742219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定义版式">
  <p:cSld name="自定义版式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18;p2">
            <a:extLst>
              <a:ext uri="{FF2B5EF4-FFF2-40B4-BE49-F238E27FC236}">
                <a16:creationId xmlns:a16="http://schemas.microsoft.com/office/drawing/2014/main" id="{22506305-5DA1-BE6F-07E2-E7AAEAC290E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19;p2">
            <a:extLst>
              <a:ext uri="{FF2B5EF4-FFF2-40B4-BE49-F238E27FC236}">
                <a16:creationId xmlns:a16="http://schemas.microsoft.com/office/drawing/2014/main" id="{B82875B7-FCEA-C0B4-4509-C305F118AEF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20;p2">
            <a:extLst>
              <a:ext uri="{FF2B5EF4-FFF2-40B4-BE49-F238E27FC236}">
                <a16:creationId xmlns:a16="http://schemas.microsoft.com/office/drawing/2014/main" id="{84824F00-CD70-F711-107A-2AD140EB2D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B1922EEB-0FD6-43FB-AC15-10DE06246D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43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9919803A-B296-473E-730E-0B6DC0F48500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24;p3">
            <a:extLst>
              <a:ext uri="{FF2B5EF4-FFF2-40B4-BE49-F238E27FC236}">
                <a16:creationId xmlns:a16="http://schemas.microsoft.com/office/drawing/2014/main" id="{0876C9A5-8637-D8DF-AA31-35201A724C1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25;p3">
            <a:extLst>
              <a:ext uri="{FF2B5EF4-FFF2-40B4-BE49-F238E27FC236}">
                <a16:creationId xmlns:a16="http://schemas.microsoft.com/office/drawing/2014/main" id="{0FC7BC82-3091-7824-9FD6-E50C1B6CEB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F41E80-F787-4B95-AA3C-AD3CF87219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73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6B3F2AD6-F1A9-D0D7-C143-A114BB31D926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30;p4">
            <a:extLst>
              <a:ext uri="{FF2B5EF4-FFF2-40B4-BE49-F238E27FC236}">
                <a16:creationId xmlns:a16="http://schemas.microsoft.com/office/drawing/2014/main" id="{765584F6-498E-CAF3-A261-67CF9AC7B5F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31;p4">
            <a:extLst>
              <a:ext uri="{FF2B5EF4-FFF2-40B4-BE49-F238E27FC236}">
                <a16:creationId xmlns:a16="http://schemas.microsoft.com/office/drawing/2014/main" id="{85FF0AF1-E112-9A95-885B-14A2A32AEA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854689B-0725-4BFF-875E-0BDD9C5B70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7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5">
            <a:extLst>
              <a:ext uri="{FF2B5EF4-FFF2-40B4-BE49-F238E27FC236}">
                <a16:creationId xmlns:a16="http://schemas.microsoft.com/office/drawing/2014/main" id="{B5C6A587-E0EB-7079-0029-A3296B50BD22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34;p5">
            <a:extLst>
              <a:ext uri="{FF2B5EF4-FFF2-40B4-BE49-F238E27FC236}">
                <a16:creationId xmlns:a16="http://schemas.microsoft.com/office/drawing/2014/main" id="{08688843-7712-9EC5-159C-DDF88DB63F32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35;p5">
            <a:extLst>
              <a:ext uri="{FF2B5EF4-FFF2-40B4-BE49-F238E27FC236}">
                <a16:creationId xmlns:a16="http://schemas.microsoft.com/office/drawing/2014/main" id="{0E4AABA1-2947-2432-7DC1-1AD3B33B75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A49F153-255F-45B4-805A-CF5C5BED3D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89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ctrTitle"/>
          </p:nvPr>
        </p:nvSpPr>
        <p:spPr>
          <a:xfrm>
            <a:off x="914400" y="2130752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Google Shape;39;p6">
            <a:extLst>
              <a:ext uri="{FF2B5EF4-FFF2-40B4-BE49-F238E27FC236}">
                <a16:creationId xmlns:a16="http://schemas.microsoft.com/office/drawing/2014/main" id="{511B8ABF-A8EC-7C1F-1E0A-F9A544E1C55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40;p6">
            <a:extLst>
              <a:ext uri="{FF2B5EF4-FFF2-40B4-BE49-F238E27FC236}">
                <a16:creationId xmlns:a16="http://schemas.microsoft.com/office/drawing/2014/main" id="{081978C2-A879-A5B2-A563-8E02238572EC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41;p6">
            <a:extLst>
              <a:ext uri="{FF2B5EF4-FFF2-40B4-BE49-F238E27FC236}">
                <a16:creationId xmlns:a16="http://schemas.microsoft.com/office/drawing/2014/main" id="{D86CB26E-3F25-C2EC-47E3-A5E3CAF1C7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DCEA3A6-D52A-4782-8B5E-EDA936AF78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91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963084" y="4407227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anchor="t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83C5F37-3B57-DFF2-FFDB-B8C7D0E2508E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46;p7">
            <a:extLst>
              <a:ext uri="{FF2B5EF4-FFF2-40B4-BE49-F238E27FC236}">
                <a16:creationId xmlns:a16="http://schemas.microsoft.com/office/drawing/2014/main" id="{8D9F097B-B677-4D95-038D-50E324530FDE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47;p7">
            <a:extLst>
              <a:ext uri="{FF2B5EF4-FFF2-40B4-BE49-F238E27FC236}">
                <a16:creationId xmlns:a16="http://schemas.microsoft.com/office/drawing/2014/main" id="{16012499-C9D9-8BB1-C14B-9FC0196E5E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3EDF4C2-5364-4D7E-8865-4F117ABF1A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11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52;p8">
            <a:extLst>
              <a:ext uri="{FF2B5EF4-FFF2-40B4-BE49-F238E27FC236}">
                <a16:creationId xmlns:a16="http://schemas.microsoft.com/office/drawing/2014/main" id="{687932BC-DDF0-3F19-9513-98EF3E732397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53;p8">
            <a:extLst>
              <a:ext uri="{FF2B5EF4-FFF2-40B4-BE49-F238E27FC236}">
                <a16:creationId xmlns:a16="http://schemas.microsoft.com/office/drawing/2014/main" id="{AA698D0F-5A8E-A1CC-489B-6E04759F4D8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54;p8">
            <a:extLst>
              <a:ext uri="{FF2B5EF4-FFF2-40B4-BE49-F238E27FC236}">
                <a16:creationId xmlns:a16="http://schemas.microsoft.com/office/drawing/2014/main" id="{9FAE106C-44BA-4DA8-AD69-C21EAC2728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626CF0D-D93A-4905-9267-1121F1A055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72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3"/>
          </p:nvPr>
        </p:nvSpPr>
        <p:spPr>
          <a:xfrm>
            <a:off x="6193585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4"/>
          </p:nvPr>
        </p:nvSpPr>
        <p:spPr>
          <a:xfrm>
            <a:off x="6193585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61;p9">
            <a:extLst>
              <a:ext uri="{FF2B5EF4-FFF2-40B4-BE49-F238E27FC236}">
                <a16:creationId xmlns:a16="http://schemas.microsoft.com/office/drawing/2014/main" id="{2F3C0B09-0468-676D-DB01-C790276F18CE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62;p9">
            <a:extLst>
              <a:ext uri="{FF2B5EF4-FFF2-40B4-BE49-F238E27FC236}">
                <a16:creationId xmlns:a16="http://schemas.microsoft.com/office/drawing/2014/main" id="{F9266759-708A-6F5B-3713-ECC18D3D1CF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63;p9">
            <a:extLst>
              <a:ext uri="{FF2B5EF4-FFF2-40B4-BE49-F238E27FC236}">
                <a16:creationId xmlns:a16="http://schemas.microsoft.com/office/drawing/2014/main" id="{6D76D902-83EC-C4F4-A0D6-37B589C76C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8311A22-CB81-41FD-BE46-BFC74A6798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78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4766733" y="273377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68;p10">
            <a:extLst>
              <a:ext uri="{FF2B5EF4-FFF2-40B4-BE49-F238E27FC236}">
                <a16:creationId xmlns:a16="http://schemas.microsoft.com/office/drawing/2014/main" id="{C58F0052-AC94-D261-BC16-45F204ADC2C9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69;p10">
            <a:extLst>
              <a:ext uri="{FF2B5EF4-FFF2-40B4-BE49-F238E27FC236}">
                <a16:creationId xmlns:a16="http://schemas.microsoft.com/office/drawing/2014/main" id="{FBE8FCDC-1739-ED4D-E88F-708E3C20359C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70;p10">
            <a:extLst>
              <a:ext uri="{FF2B5EF4-FFF2-40B4-BE49-F238E27FC236}">
                <a16:creationId xmlns:a16="http://schemas.microsoft.com/office/drawing/2014/main" id="{D9DC89FC-76F8-F902-0933-149EC3AE52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F60FE90-C124-4826-A19B-F8AECC74F0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32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75;p11">
            <a:extLst>
              <a:ext uri="{FF2B5EF4-FFF2-40B4-BE49-F238E27FC236}">
                <a16:creationId xmlns:a16="http://schemas.microsoft.com/office/drawing/2014/main" id="{4CD2CB97-7283-9B70-CF17-FD88FE34647E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76;p11">
            <a:extLst>
              <a:ext uri="{FF2B5EF4-FFF2-40B4-BE49-F238E27FC236}">
                <a16:creationId xmlns:a16="http://schemas.microsoft.com/office/drawing/2014/main" id="{26AEE91D-FED9-E916-4EB5-9E30403026F2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77;p11">
            <a:extLst>
              <a:ext uri="{FF2B5EF4-FFF2-40B4-BE49-F238E27FC236}">
                <a16:creationId xmlns:a16="http://schemas.microsoft.com/office/drawing/2014/main" id="{E7CA492A-DD41-764C-66B7-D73FBAD446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E867DD4-CB8B-4DC1-8B5E-FBF14A06C3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5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2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81;p12">
            <a:extLst>
              <a:ext uri="{FF2B5EF4-FFF2-40B4-BE49-F238E27FC236}">
                <a16:creationId xmlns:a16="http://schemas.microsoft.com/office/drawing/2014/main" id="{DC818D45-3A01-9430-8E1E-40D88F687CD4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82;p12">
            <a:extLst>
              <a:ext uri="{FF2B5EF4-FFF2-40B4-BE49-F238E27FC236}">
                <a16:creationId xmlns:a16="http://schemas.microsoft.com/office/drawing/2014/main" id="{9ECCBC45-A7CE-1B43-9FCB-297DDE95E3F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83;p12">
            <a:extLst>
              <a:ext uri="{FF2B5EF4-FFF2-40B4-BE49-F238E27FC236}">
                <a16:creationId xmlns:a16="http://schemas.microsoft.com/office/drawing/2014/main" id="{3A193789-43CE-C88C-A84C-833434B7AB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1EE97FA-2885-4F9D-9107-2B4F35B2EB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202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 rot="5400000">
            <a:off x="7285038" y="1829128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472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398DEF48-912A-B4AF-DF5E-D605ED16D3A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5ABA9A16-059F-0CCE-2CA2-8A64E19BCC6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eaLnBrk="1" hangingPunct="1">
              <a:buClr>
                <a:srgbClr val="888888"/>
              </a:buClr>
              <a:buSzPts val="18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6C5108D5-A6AF-EEBE-E654-7CFD76DB55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37D0C78-CD42-43DD-8076-5DF7CC6C94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96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;p1">
            <a:extLst>
              <a:ext uri="{FF2B5EF4-FFF2-40B4-BE49-F238E27FC236}">
                <a16:creationId xmlns:a16="http://schemas.microsoft.com/office/drawing/2014/main" id="{8FE9779B-9407-6C1B-6F6D-2EBB417E20D9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11;p1">
            <a:extLst>
              <a:ext uri="{FF2B5EF4-FFF2-40B4-BE49-F238E27FC236}">
                <a16:creationId xmlns:a16="http://schemas.microsoft.com/office/drawing/2014/main" id="{125CC40C-6CD1-58AE-203C-C735B16B5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12;p1">
            <a:extLst>
              <a:ext uri="{FF2B5EF4-FFF2-40B4-BE49-F238E27FC236}">
                <a16:creationId xmlns:a16="http://schemas.microsoft.com/office/drawing/2014/main" id="{069E8CE3-BC12-5B9F-5BF0-650EE46F9899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888888"/>
              </a:buClr>
              <a:buSzPts val="12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29" name="Google Shape;13;p1">
            <a:extLst>
              <a:ext uri="{FF2B5EF4-FFF2-40B4-BE49-F238E27FC236}">
                <a16:creationId xmlns:a16="http://schemas.microsoft.com/office/drawing/2014/main" id="{263B8388-555A-DB5F-EC60-B23D453FDF44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888888"/>
              </a:buClr>
              <a:buSzPts val="1200"/>
              <a:buFont typeface="Oi" charset="0"/>
              <a:buNone/>
              <a:defRPr sz="1200">
                <a:solidFill>
                  <a:srgbClr val="888888"/>
                </a:solidFill>
                <a:latin typeface="Oi" charset="0"/>
                <a:cs typeface="Arial" charset="0"/>
                <a:sym typeface="Oi" charset="0"/>
              </a:defRPr>
            </a:lvl1pPr>
            <a:lvl2pPr marL="742950" indent="-28575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>
              <a:defRPr/>
            </a:pPr>
            <a:r>
              <a:rPr lang="en-US"/>
              <a:t>DEPARTMENT OF COMPUTER SCIENCE AND BUSINESS SYSTEMS</a:t>
            </a:r>
          </a:p>
        </p:txBody>
      </p:sp>
      <p:sp>
        <p:nvSpPr>
          <p:cNvPr id="1030" name="Google Shape;14;p1">
            <a:extLst>
              <a:ext uri="{FF2B5EF4-FFF2-40B4-BE49-F238E27FC236}">
                <a16:creationId xmlns:a16="http://schemas.microsoft.com/office/drawing/2014/main" id="{25995A3F-A798-3F14-236C-FC84E41EFC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FFFFFF"/>
              </a:buClr>
              <a:buSzPts val="1200"/>
              <a:buFont typeface="Calibri" panose="020F0502020204030204" pitchFamily="34" charset="0"/>
              <a:buNone/>
              <a:defRPr sz="12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D60DA2C1-FFA6-465E-95AA-EFCEAD0DA71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428F78F6-5165-44D7-51FC-0E1198A883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4"/>
            <a:ext cx="10515600" cy="2024785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lnSpc>
                <a:spcPct val="90000"/>
              </a:lnSpc>
              <a:buSzPct val="100000"/>
              <a:buFont typeface="Calibri"/>
              <a:buNone/>
              <a:defRPr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PANIMALAR ENGINEERING COLLEGE 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(An Autonomous Institution)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Bangalore Trunk Road, </a:t>
            </a:r>
            <a:r>
              <a:rPr lang="en-US" sz="3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Varadharajapuram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Poonamallee,Chennai-600 123</a:t>
            </a:r>
            <a:b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8" name="Google Shape;95;p14">
            <a:extLst>
              <a:ext uri="{FF2B5EF4-FFF2-40B4-BE49-F238E27FC236}">
                <a16:creationId xmlns:a16="http://schemas.microsoft.com/office/drawing/2014/main" id="{0F06C840-972E-F45F-4778-0FC4EC686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2229" y="2031999"/>
            <a:ext cx="11959771" cy="4689475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r>
              <a:rPr lang="en-IN" altLang="en-US" sz="24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             </a:t>
            </a:r>
            <a:endParaRPr lang="en-IN" altLang="en-US" sz="3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0" indent="0" eaLnBrk="1" hangingPunct="1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r>
              <a:rPr lang="en-IN" altLang="en-US" sz="2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                       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DEPARTMENT OF COMPUTER SCIENCE AND BUSINESS SYSTEMS</a:t>
            </a:r>
          </a:p>
          <a:p>
            <a:pPr marL="0" marR="5080" indent="0">
              <a:lnSpc>
                <a:spcPct val="100600"/>
              </a:lnSpc>
              <a:spcBef>
                <a:spcPts val="95"/>
              </a:spcBef>
              <a:buNone/>
            </a:pPr>
            <a:endParaRPr lang="en-IN" altLang="en-US" sz="2000" b="1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0" marR="5080" indent="0">
              <a:lnSpc>
                <a:spcPct val="100600"/>
              </a:lnSpc>
              <a:spcBef>
                <a:spcPts val="95"/>
              </a:spcBef>
              <a:buNone/>
            </a:pP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TITLE: </a:t>
            </a:r>
            <a:r>
              <a:rPr lang="en-US" alt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EcoGuardian</a:t>
            </a:r>
            <a:r>
              <a:rPr lang="en-US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- Together for a Greener World</a:t>
            </a:r>
            <a:r>
              <a:rPr lang="en-I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                   </a:t>
            </a:r>
          </a:p>
          <a:p>
            <a:pPr marL="0" indent="0" eaLnBrk="1" hangingPunct="1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</a:t>
            </a:r>
            <a:endParaRPr lang="en-IN" altLang="en-US" sz="3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0" indent="0" eaLnBrk="1" hangingPunct="1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TEAM  NO : Batch 03</a:t>
            </a:r>
          </a:p>
          <a:p>
            <a:pPr marL="0" indent="0" eaLnBrk="1" hangingPunct="1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                               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0" indent="0" eaLnBrk="1" hangingPunct="1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TEAM MEMBERS: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                                                            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000"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1. AAMIR FAWAZ R  [211422244002]</a:t>
            </a:r>
            <a:r>
              <a:rPr lang="en-IN" altLang="en-US" sz="15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000"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2. ASMATH AKBAR ALI T  [211422244023] </a:t>
            </a:r>
          </a:p>
          <a:p>
            <a:pPr marL="0" indent="0" eaLnBrk="1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3. DEVOTTHAM D K [211422244035]</a:t>
            </a:r>
            <a:endParaRPr lang="en-IN" altLang="en-US" sz="1900" dirty="0">
              <a:latin typeface="Arial Narrow" panose="020B0606020202030204" pitchFamily="34" charset="0"/>
              <a:cs typeface="Arial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14340" name="Google Shape;97;p14">
            <a:extLst>
              <a:ext uri="{FF2B5EF4-FFF2-40B4-BE49-F238E27FC236}">
                <a16:creationId xmlns:a16="http://schemas.microsoft.com/office/drawing/2014/main" id="{5976D8C6-C7BA-1D4C-92D1-F08CD5925C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EAE2341-A8C1-4833-B14D-5A92D8264552}" type="slidenum">
              <a:rPr lang="en-US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9FE57-957D-ACF1-95AF-F1D91D09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24" y="365124"/>
            <a:ext cx="1501244" cy="178781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803650" y="6538911"/>
            <a:ext cx="45847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CEB0-21A8-32A7-BD13-947A77EF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C9DFA-0BC0-3C48-0028-CD8CED9EB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69376"/>
            <a:ext cx="11128131" cy="518697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Required Specifications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08691-B94A-BE7D-451E-1F029B4868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2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3689350" y="6492875"/>
            <a:ext cx="48133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SCIENCE AND 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88102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103;p15">
            <a:extLst>
              <a:ext uri="{FF2B5EF4-FFF2-40B4-BE49-F238E27FC236}">
                <a16:creationId xmlns:a16="http://schemas.microsoft.com/office/drawing/2014/main" id="{4E0AFDCF-F0E6-1B95-D2F6-78C303987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63416"/>
            <a:ext cx="10972800" cy="68330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</a:t>
            </a:r>
          </a:p>
        </p:txBody>
      </p:sp>
      <p:sp>
        <p:nvSpPr>
          <p:cNvPr id="15364" name="Google Shape;105;p15">
            <a:extLst>
              <a:ext uri="{FF2B5EF4-FFF2-40B4-BE49-F238E27FC236}">
                <a16:creationId xmlns:a16="http://schemas.microsoft.com/office/drawing/2014/main" id="{4D316765-E135-EA8F-EAC0-FC2C629A13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3</a:t>
            </a:r>
          </a:p>
        </p:txBody>
      </p:sp>
      <p:sp>
        <p:nvSpPr>
          <p:cNvPr id="15363" name="Google Shape;104;p15">
            <a:extLst>
              <a:ext uri="{FF2B5EF4-FFF2-40B4-BE49-F238E27FC236}">
                <a16:creationId xmlns:a16="http://schemas.microsoft.com/office/drawing/2014/main" id="{066CBD02-8F35-BB10-5059-90BE31FAC72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6743" y="1331650"/>
            <a:ext cx="11669486" cy="5024700"/>
          </a:xfrm>
        </p:spPr>
        <p:txBody>
          <a:bodyPr anchor="t"/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digital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simplifies and automates the scrap collection process, making it efficient and accessible for both users and scrap shop owners.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users to schedule scrap pickup requests online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user-friendly interface for booking, tracking, and managing scrap collection appointments.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scrap shop owners in managing their inventory and orders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them to receive pickup notifications, update stock details, and streamline business operations.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admin panel for centralized system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secure monitoring of users, scrap shop activities and overall platform functionality.</a:t>
            </a:r>
            <a:endParaRPr lang="en-IN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41700" y="6400798"/>
            <a:ext cx="5279571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110;p16">
            <a:extLst>
              <a:ext uri="{FF2B5EF4-FFF2-40B4-BE49-F238E27FC236}">
                <a16:creationId xmlns:a16="http://schemas.microsoft.com/office/drawing/2014/main" id="{5075E9A2-B549-742C-E1E4-C2C407B694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6090" y="456045"/>
            <a:ext cx="10972800" cy="538162"/>
          </a:xfrm>
        </p:spPr>
        <p:txBody>
          <a:bodyPr>
            <a:normAutofit fontScale="90000"/>
          </a:bodyPr>
          <a:lstStyle/>
          <a:p>
            <a:pPr algn="l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          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idx="4294967295"/>
          </p:nvPr>
        </p:nvSpPr>
        <p:spPr>
          <a:xfrm>
            <a:off x="239698" y="1256853"/>
            <a:ext cx="11549848" cy="5099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EcoGuardian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scrap management platform that connects users with local scrap shop owners, supporting organized and efficient waste recycling.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 an easy-to-use interface through which users can request scrap pickups, making the disposal of recyclable materials simple and systematic.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 shop owners access a dedicated dashboard to receive pickup requests, manage inventory, and track stock details for improved operational efficiency.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admin panel supervises platform activities, ensuring smooth functioning, data security, and proper coordination between users and scrap shop owners.</a:t>
            </a:r>
            <a:endParaRPr lang="en-US" sz="2400" dirty="0">
              <a:effectLst/>
              <a:latin typeface="Times New Roman" panose="02020603050405020304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92500" y="6426200"/>
            <a:ext cx="5207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4</a:t>
            </a:fld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117;p17">
            <a:extLst>
              <a:ext uri="{FF2B5EF4-FFF2-40B4-BE49-F238E27FC236}">
                <a16:creationId xmlns:a16="http://schemas.microsoft.com/office/drawing/2014/main" id="{E83AEB15-198B-A632-93FA-0807F8D06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32229"/>
            <a:ext cx="10972800" cy="720271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LITERATURE SURVEY</a:t>
            </a:r>
          </a:p>
        </p:txBody>
      </p:sp>
      <p:sp>
        <p:nvSpPr>
          <p:cNvPr id="17411" name="Google Shape;118;p17">
            <a:extLst>
              <a:ext uri="{FF2B5EF4-FFF2-40B4-BE49-F238E27FC236}">
                <a16:creationId xmlns:a16="http://schemas.microsoft.com/office/drawing/2014/main" id="{731C121C-B6C2-6C2E-EE11-3AD7A905C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800" y="1219200"/>
            <a:ext cx="9159875" cy="5380038"/>
          </a:xfrm>
        </p:spPr>
        <p:txBody>
          <a:bodyPr/>
          <a:lstStyle/>
          <a:p>
            <a:pPr marL="457200" lvl="3" indent="0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endParaRPr lang="en-US" altLang="en-US" sz="2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endParaRPr lang="en-US" altLang="en-US" sz="2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12" name="Google Shape;119;p17">
            <a:extLst>
              <a:ext uri="{FF2B5EF4-FFF2-40B4-BE49-F238E27FC236}">
                <a16:creationId xmlns:a16="http://schemas.microsoft.com/office/drawing/2014/main" id="{A516D557-D345-8D0E-309F-77766606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964924C0-623E-4036-9F59-3529428FD058}" type="slidenum">
              <a:rPr lang="en-US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120" name="Google Shape;120;p17">
            <a:extLst>
              <a:ext uri="{FF2B5EF4-FFF2-40B4-BE49-F238E27FC236}">
                <a16:creationId xmlns:a16="http://schemas.microsoft.com/office/drawing/2014/main" id="{E27565F7-36D7-051A-5A48-020C65680D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8606204"/>
              </p:ext>
            </p:extLst>
          </p:nvPr>
        </p:nvGraphicFramePr>
        <p:xfrm>
          <a:off x="586740" y="1028700"/>
          <a:ext cx="9424489" cy="4582238"/>
        </p:xfrm>
        <a:graphic>
          <a:graphicData uri="http://schemas.openxmlformats.org/drawingml/2006/table">
            <a:tbl>
              <a:tblPr firstRow="1" bandRow="1">
                <a:noFill/>
                <a:tableStyleId>{359496F4-DE71-4F18-AD07-9FDE4E680257}</a:tableStyleId>
              </a:tblPr>
              <a:tblGrid>
                <a:gridCol w="3157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7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1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34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708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dirty="0" err="1"/>
                        <a:t>Scrapify</a:t>
                      </a:r>
                      <a:r>
                        <a:rPr lang="en-IN" dirty="0"/>
                        <a:t> - Digital Solution for Efficient Scrap Collection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Natnael Tamirat et al.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Web-based digital platform connecting users with scrap collectors for scheduling and managing scrap collection</a:t>
                      </a:r>
                      <a:endParaRPr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Limited inventory management, no advanced admin monitoring, and lacks extended role-based dashboards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615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Online Scrap Collection and Management System</a:t>
                      </a:r>
                      <a:endParaRPr lang="en-US" sz="1400" b="0" i="0" u="none" strike="noStrike" cap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Kishore Babu et al.</a:t>
                      </a:r>
                      <a:endParaRPr sz="1400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Web-based system for submitting scrap pickup requests and coordinating collection between users and scrap collectors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Does not include inventory tracking and lacks centralized admin control for monitoring activities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315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Web-Based Waste Collection Scheduling System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R. Kumar et al.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Online scheduling platform for managing waste and scrap pickup requests using a client–server model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6" marR="91446" marT="45708" marB="45708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Limited role-based access and no dedicated module for scrap shop inventory management</a:t>
                      </a:r>
                      <a:endParaRPr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92500" y="6356350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85741"/>
              </p:ext>
            </p:extLst>
          </p:nvPr>
        </p:nvGraphicFramePr>
        <p:xfrm>
          <a:off x="10011229" y="1028699"/>
          <a:ext cx="1670958" cy="4504288"/>
        </p:xfrm>
        <a:graphic>
          <a:graphicData uri="http://schemas.openxmlformats.org/drawingml/2006/table">
            <a:tbl>
              <a:tblPr firstRow="1" bandRow="1">
                <a:noFill/>
                <a:tableStyleId>{359496F4-DE71-4F18-AD07-9FDE4E680257}</a:tableStyleId>
              </a:tblPr>
              <a:tblGrid>
                <a:gridCol w="1670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04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8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9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6" marR="91446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126;p18">
            <a:extLst>
              <a:ext uri="{FF2B5EF4-FFF2-40B4-BE49-F238E27FC236}">
                <a16:creationId xmlns:a16="http://schemas.microsoft.com/office/drawing/2014/main" id="{94ECE67A-3FD7-8F7B-3BF4-EBAD1D960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455545"/>
            <a:ext cx="10782300" cy="624114"/>
          </a:xfrm>
        </p:spPr>
        <p:txBody>
          <a:bodyPr>
            <a:normAutofit/>
          </a:bodyPr>
          <a:lstStyle/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EXISTING SYSTEM</a:t>
            </a:r>
          </a:p>
        </p:txBody>
      </p:sp>
      <p:sp>
        <p:nvSpPr>
          <p:cNvPr id="18436" name="Google Shape;128;p18">
            <a:extLst>
              <a:ext uri="{FF2B5EF4-FFF2-40B4-BE49-F238E27FC236}">
                <a16:creationId xmlns:a16="http://schemas.microsoft.com/office/drawing/2014/main" id="{4EEC63D2-9ED8-67A8-5570-0403B477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E2D6CFA0-3FC9-4FD2-9FB9-4627DE6DA623}" type="slidenum">
              <a:rPr lang="en-US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6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327400" y="6356350"/>
            <a:ext cx="52451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09132D-EB91-8D73-3A76-C3589C391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3115" y="1484484"/>
            <a:ext cx="1181627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Scrap Collection System: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phone calls or in-person visits between users and scrap shop owners for scrap collection.</a:t>
            </a:r>
          </a:p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Scrap Shop Management System: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 shop owners maintain inventory and pickup records using manual or basic record-keeping methods.</a:t>
            </a:r>
          </a:p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Scrap Collection Services: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scrap collectors provide pickup services through informal and individual arrangements.</a:t>
            </a:r>
          </a:p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Online Scrap Platforms: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web-based platforms support scrap trading and related services in a limited manner.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133;p19">
            <a:extLst>
              <a:ext uri="{FF2B5EF4-FFF2-40B4-BE49-F238E27FC236}">
                <a16:creationId xmlns:a16="http://schemas.microsoft.com/office/drawing/2014/main" id="{AFC3116B-B62F-4B53-F667-0B923C6D7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741362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LIMITATIONS OF EXISTING SYSTEM</a:t>
            </a:r>
            <a:endParaRPr lang="en-US" altLang="en-US" sz="3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0" name="Google Shape;135;p19">
            <a:extLst>
              <a:ext uri="{FF2B5EF4-FFF2-40B4-BE49-F238E27FC236}">
                <a16:creationId xmlns:a16="http://schemas.microsoft.com/office/drawing/2014/main" id="{7251549F-57D7-561B-8333-6ACBC92C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D397086-47AA-47EE-9F52-73965BDD7521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7</a:t>
            </a:fld>
            <a:endParaRPr lang="en-US" alt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390900" y="6356350"/>
            <a:ext cx="49403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874948-8F18-AEBC-4848-C20A66DB7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7984" y="1402137"/>
            <a:ext cx="11510419" cy="525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95000"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Scrap Collection System: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digital scheduling and proper coordination, resulting in delays and inconvenience.</a:t>
            </a:r>
          </a:p>
          <a:p>
            <a:pPr>
              <a:buSzPct val="95000"/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95000"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Scrap Shop Management System: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records lead to data inconsistency and inefficient tracking of inventory and pickups.</a:t>
            </a:r>
          </a:p>
          <a:p>
            <a:pPr>
              <a:buSzPct val="95000"/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95000"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Scrap Collection Services: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transparency, standardized processes and centralized monitoring reduces reliability.</a:t>
            </a:r>
          </a:p>
          <a:p>
            <a:pPr>
              <a:buSzPct val="95000"/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95000"/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Online Scrap Platforms: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fully support pickup scheduling, inventory management or admin control features.</a:t>
            </a:r>
          </a:p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95000"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41;p20">
            <a:extLst>
              <a:ext uri="{FF2B5EF4-FFF2-40B4-BE49-F238E27FC236}">
                <a16:creationId xmlns:a16="http://schemas.microsoft.com/office/drawing/2014/main" id="{FC026480-416A-A98F-D627-E8BF44CE37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7389" y="-7879"/>
            <a:ext cx="10871200" cy="696686"/>
          </a:xfrm>
        </p:spPr>
        <p:txBody>
          <a:bodyPr>
            <a:normAutofit/>
          </a:bodyPr>
          <a:lstStyle/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    PROPOSED SYSTEM</a:t>
            </a:r>
          </a:p>
        </p:txBody>
      </p:sp>
      <p:sp>
        <p:nvSpPr>
          <p:cNvPr id="20483" name="Google Shape;142;p20">
            <a:extLst>
              <a:ext uri="{FF2B5EF4-FFF2-40B4-BE49-F238E27FC236}">
                <a16:creationId xmlns:a16="http://schemas.microsoft.com/office/drawing/2014/main" id="{A39E6E63-E303-D241-2CAD-2A663AF446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3578" y="1600200"/>
            <a:ext cx="11098822" cy="4525963"/>
          </a:xfrm>
        </p:spPr>
        <p:txBody>
          <a:bodyPr/>
          <a:lstStyle>
            <a:lvl1pPr marL="2286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charset="0"/>
              <a:buChar char="•"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Arial" charset="0"/>
              <a:buChar char="•"/>
              <a:defRPr/>
            </a:pPr>
            <a:endParaRPr lang="en-US" sz="3200" dirty="0">
              <a:latin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0484" name="Google Shape;143;p20">
            <a:extLst>
              <a:ext uri="{FF2B5EF4-FFF2-40B4-BE49-F238E27FC236}">
                <a16:creationId xmlns:a16="http://schemas.microsoft.com/office/drawing/2014/main" id="{BB6B2998-EF6F-54DB-9565-4B796B02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AE88E06-9DFB-455D-94F7-4A799AD4C4AB}" type="slidenum">
              <a:rPr lang="en-US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8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Google Shape;134;p19">
            <a:extLst>
              <a:ext uri="{FF2B5EF4-FFF2-40B4-BE49-F238E27FC236}">
                <a16:creationId xmlns:a16="http://schemas.microsoft.com/office/drawing/2014/main" id="{4B708F43-6EA8-00D0-479B-7245286BD4DC}"/>
              </a:ext>
            </a:extLst>
          </p:cNvPr>
          <p:cNvSpPr txBox="1">
            <a:spLocks/>
          </p:cNvSpPr>
          <p:nvPr/>
        </p:nvSpPr>
        <p:spPr bwMode="auto">
          <a:xfrm>
            <a:off x="178778" y="539808"/>
            <a:ext cx="11708422" cy="5752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lvl="0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914400" lvl="1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371600" lvl="2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828800" lvl="3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286000" lvl="4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L="2743200" marR="0" lvl="5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EcoGuardian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Scrap Management System: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online platform that connects users with local scrap shop owners for organized scrap collection and recycling.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Scrap Pickup System: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request scrap pickups through a web-based interface, making the process simple, convenient and structured.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 Shop Owner Management System: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 shop owners receive pickup requests, manage inventory and track scrap collection activities digitally.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Monitoring and Control System: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admin panel oversees users, scrap shop owners and platform operations to ensure smooth and efficient system functioning.</a:t>
            </a:r>
          </a:p>
          <a:p>
            <a:pPr marL="11430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03182" y="6457724"/>
            <a:ext cx="5259614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148;p21">
            <a:extLst>
              <a:ext uri="{FF2B5EF4-FFF2-40B4-BE49-F238E27FC236}">
                <a16:creationId xmlns:a16="http://schemas.microsoft.com/office/drawing/2014/main" id="{25D6D136-60E5-2249-763B-781E2400B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65464"/>
            <a:ext cx="10972800" cy="91281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ADVANTAGES OF PROPOSED SYSTEM </a:t>
            </a:r>
          </a:p>
        </p:txBody>
      </p:sp>
      <p:sp>
        <p:nvSpPr>
          <p:cNvPr id="21507" name="Google Shape;149;p21">
            <a:extLst>
              <a:ext uri="{FF2B5EF4-FFF2-40B4-BE49-F238E27FC236}">
                <a16:creationId xmlns:a16="http://schemas.microsoft.com/office/drawing/2014/main" id="{90087950-4012-7123-72D4-9FFEFFA95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7591" y="1558636"/>
            <a:ext cx="11114810" cy="4567527"/>
          </a:xfrm>
        </p:spPr>
        <p:txBody>
          <a:bodyPr/>
          <a:lstStyle/>
          <a:p>
            <a:pPr marL="34290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400"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183600" indent="0" eaLnBrk="1" hangingPunct="1">
              <a:spcBef>
                <a:spcPts val="475"/>
              </a:spcBef>
              <a:spcAft>
                <a:spcPct val="0"/>
              </a:spcAft>
              <a:buClr>
                <a:srgbClr val="000000"/>
              </a:buClr>
              <a:buSzPts val="2400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1508" name="Google Shape;150;p21">
            <a:extLst>
              <a:ext uri="{FF2B5EF4-FFF2-40B4-BE49-F238E27FC236}">
                <a16:creationId xmlns:a16="http://schemas.microsoft.com/office/drawing/2014/main" id="{AA50E80A-AEAD-70A4-43CA-60B4B479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C36096E-8D59-4E3D-B714-82D0B8E957BB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Google Shape;134;p19">
            <a:extLst>
              <a:ext uri="{FF2B5EF4-FFF2-40B4-BE49-F238E27FC236}">
                <a16:creationId xmlns:a16="http://schemas.microsoft.com/office/drawing/2014/main" id="{4B708F43-6EA8-00D0-479B-7245286BD4DC}"/>
              </a:ext>
            </a:extLst>
          </p:cNvPr>
          <p:cNvSpPr txBox="1">
            <a:spLocks/>
          </p:cNvSpPr>
          <p:nvPr/>
        </p:nvSpPr>
        <p:spPr bwMode="auto">
          <a:xfrm>
            <a:off x="1344385" y="1128939"/>
            <a:ext cx="9071429" cy="460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lvl="0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914400" lvl="1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371600" lvl="2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828800" lvl="3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286000" lvl="4" indent="-342900" algn="l" rtl="0" eaLnBrk="1" fontAlgn="base" hangingPunct="1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L="2743200" marR="0" lvl="5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416300" y="6356350"/>
            <a:ext cx="49276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4CCC3B9-8BC9-D7DE-64A8-BF00A996D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" y="978277"/>
            <a:ext cx="1181404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Streamlined process for scheduling pickups and managing orders, saving time for both users and scrap shop owners.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Enables users and scrap shop owners to track orders and transactions seamlessly, ensuring transparency.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Transactions: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Integrated payment system ensures safe and reliable transactions between users and scrap shop owners.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User-friendly interface that simplifies the scrap collection and recycling process for all stakeholders.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Easily adaptable to expand services and integrate additional features as the system grows.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4721BA-C341-437C-EE1C-39CFC3298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730" y="501342"/>
            <a:ext cx="9756559" cy="6339766"/>
          </a:xfrm>
          <a:prstGeom prst="rect">
            <a:avLst/>
          </a:prstGeom>
        </p:spPr>
      </p:pic>
      <p:sp>
        <p:nvSpPr>
          <p:cNvPr id="23554" name="Title 1">
            <a:extLst>
              <a:ext uri="{FF2B5EF4-FFF2-40B4-BE49-F238E27FC236}">
                <a16:creationId xmlns:a16="http://schemas.microsoft.com/office/drawing/2014/main" id="{8162ABB3-E2EE-98CB-3F04-1B74208EAC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919" y="-187630"/>
            <a:ext cx="10556241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23555" name="Slide Number Placeholder 2">
            <a:extLst>
              <a:ext uri="{FF2B5EF4-FFF2-40B4-BE49-F238E27FC236}">
                <a16:creationId xmlns:a16="http://schemas.microsoft.com/office/drawing/2014/main" id="{EF7BA4C7-37DD-D09F-83A3-E8B9A9544E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27A7DF2-3EA4-49BD-BFEB-F72D38ABBF6C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6D5F1E1F-0048-AB4E-CF7E-B566F4A16BB8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3118338" y="808200"/>
            <a:ext cx="6729048" cy="542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DAB136BE-3696-7AF5-04BD-A4599380EA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3823" y="3276599"/>
            <a:ext cx="4674577" cy="467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3524250" y="6450873"/>
            <a:ext cx="51435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86D80E3-B475-826C-E42A-6A361A239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438" y="280988"/>
            <a:ext cx="10515600" cy="106521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REQUIRED SPECIFICATIONS</a:t>
            </a:r>
          </a:p>
        </p:txBody>
      </p:sp>
      <p:sp>
        <p:nvSpPr>
          <p:cNvPr id="156" name="Google Shape;156;p22">
            <a:extLst>
              <a:ext uri="{FF2B5EF4-FFF2-40B4-BE49-F238E27FC236}">
                <a16:creationId xmlns:a16="http://schemas.microsoft.com/office/drawing/2014/main" id="{0A06DCAC-B6C6-653B-FDB3-AF7EEDC36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1581150"/>
            <a:ext cx="10515600" cy="4351338"/>
          </a:xfrm>
        </p:spPr>
        <p:txBody>
          <a:bodyPr/>
          <a:lstStyle/>
          <a:p>
            <a:pPr marL="0" indent="0" eaLnBrk="1" fontAlgn="auto" hangingPunct="1">
              <a:lnSpc>
                <a:spcPct val="70000"/>
              </a:lnSpc>
              <a:spcBef>
                <a:spcPts val="0"/>
              </a:spcBef>
              <a:buSzPts val="2000"/>
              <a:buFont typeface="Arial"/>
              <a:buNone/>
              <a:defRPr/>
            </a:pPr>
            <a:endParaRPr sz="2000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 eaLnBrk="1" fontAlgn="auto" hangingPunct="1">
              <a:lnSpc>
                <a:spcPct val="70000"/>
              </a:lnSpc>
              <a:spcBef>
                <a:spcPts val="1000"/>
              </a:spcBef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eaLnBrk="1" fontAlgn="auto" hangingPunct="1">
              <a:lnSpc>
                <a:spcPct val="70000"/>
              </a:lnSpc>
              <a:spcBef>
                <a:spcPts val="1000"/>
              </a:spcBef>
              <a:buSzPts val="2100"/>
              <a:buFont typeface="Arial"/>
              <a:buNone/>
              <a:defRPr/>
            </a:pPr>
            <a:endParaRPr sz="2100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indent="-133350" eaLnBrk="1" fontAlgn="auto" hangingPunct="1">
              <a:lnSpc>
                <a:spcPct val="70000"/>
              </a:lnSpc>
              <a:spcBef>
                <a:spcPts val="1000"/>
              </a:spcBef>
              <a:buSzPts val="1500"/>
              <a:buFont typeface="Arial"/>
              <a:buNone/>
              <a:defRPr/>
            </a:pP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eaLnBrk="1" fontAlgn="auto" hangingPunct="1">
              <a:lnSpc>
                <a:spcPct val="70000"/>
              </a:lnSpc>
              <a:spcBef>
                <a:spcPts val="1000"/>
              </a:spcBef>
              <a:buSzPts val="1500"/>
              <a:buFont typeface="Arial"/>
              <a:buNone/>
              <a:defRPr/>
            </a:pP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2" name="Google Shape;157;p22">
            <a:extLst>
              <a:ext uri="{FF2B5EF4-FFF2-40B4-BE49-F238E27FC236}">
                <a16:creationId xmlns:a16="http://schemas.microsoft.com/office/drawing/2014/main" id="{990B867A-77E2-10C7-1CC6-C640BF99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58CD05B-77D5-4C46-9532-10C8DE6CD572}" type="slidenum">
              <a:rPr lang="en-US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11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158" name="Google Shape;158;p22">
            <a:extLst>
              <a:ext uri="{FF2B5EF4-FFF2-40B4-BE49-F238E27FC236}">
                <a16:creationId xmlns:a16="http://schemas.microsoft.com/office/drawing/2014/main" id="{CA1527B2-66CB-B7C6-7D1B-DA89BE6F4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757635"/>
              </p:ext>
            </p:extLst>
          </p:nvPr>
        </p:nvGraphicFramePr>
        <p:xfrm>
          <a:off x="1235074" y="1580378"/>
          <a:ext cx="9422765" cy="4026399"/>
        </p:xfrm>
        <a:graphic>
          <a:graphicData uri="http://schemas.openxmlformats.org/drawingml/2006/table">
            <a:tbl>
              <a:tblPr firstRow="1" bandRow="1">
                <a:noFill/>
                <a:tableStyleId>{359496F4-DE71-4F18-AD07-9FDE4E680257}</a:tableStyleId>
              </a:tblPr>
              <a:tblGrid>
                <a:gridCol w="4633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34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r>
                        <a:rPr lang="en-US" sz="3200" b="1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Software</a:t>
                      </a:r>
                      <a:r>
                        <a:rPr lang="en-US" sz="3200" b="1" i="0" u="none" strike="noStrike" cap="none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 requirements</a:t>
                      </a:r>
                      <a:endParaRPr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41" marB="4574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Hardware</a:t>
                      </a:r>
                      <a:r>
                        <a:rPr 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 requirements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39" marR="91439" marT="45741" marB="457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1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j-lt"/>
                          <a:cs typeface="Times New Roman" pitchFamily="18" charset="0"/>
                        </a:rPr>
                        <a:t>Operating System   - Windows 10 or above (Desktop users)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dirty="0">
                        <a:latin typeface="+mj-lt"/>
                        <a:cs typeface="Times New Roman" pitchFamily="18" charset="0"/>
                      </a:endParaRPr>
                    </a:p>
                  </a:txBody>
                  <a:tcPr marL="91439" marR="91439" marT="45741" marB="4574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+mj-lt"/>
                        </a:rPr>
                        <a:t>Device: Smartphone / Tablet / Desktop</a:t>
                      </a:r>
                      <a:endParaRPr lang="en-IN" sz="1800" dirty="0"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39" marR="91439" marT="45741" marB="457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2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j-lt"/>
                          <a:cs typeface="Times New Roman" pitchFamily="18" charset="0"/>
                        </a:rPr>
                        <a:t>Operating System  - Android 5.0 or iOS 12.0 and above</a:t>
                      </a:r>
                    </a:p>
                  </a:txBody>
                  <a:tcPr marL="91439" marR="91439" marT="45741" marB="4574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+mj-lt"/>
                        </a:rPr>
                        <a:t>RAM: Minimum 2 GB</a:t>
                      </a:r>
                      <a:endParaRPr sz="1800" dirty="0"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39" marR="91439" marT="45741" marB="457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j-lt"/>
                        </a:rPr>
                        <a:t>PWA-supported Web Browser (Chrome, Edge, Safari)</a:t>
                      </a:r>
                      <a:endParaRPr lang="en-US" sz="1800" dirty="0">
                        <a:latin typeface="+mj-lt"/>
                        <a:cs typeface="Times New Roman" pitchFamily="18" charset="0"/>
                      </a:endParaRPr>
                    </a:p>
                  </a:txBody>
                  <a:tcPr marL="91439" marR="91439" marT="45741" marB="4574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j-lt"/>
                        </a:rPr>
                        <a:t>Storage: Minimal free space required for PWA</a:t>
                      </a:r>
                      <a:endParaRPr lang="en-US" sz="1800" b="1" dirty="0">
                        <a:latin typeface="+mj-lt"/>
                        <a:cs typeface="Times New Roman" pitchFamily="18" charset="0"/>
                      </a:endParaRPr>
                    </a:p>
                  </a:txBody>
                  <a:tcPr marL="91439" marR="91439" marT="45741" marB="457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8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+mj-lt"/>
                        </a:rPr>
                        <a:t>Internet access for accessing server-side services</a:t>
                      </a:r>
                      <a:endParaRPr lang="en-US" sz="1800" dirty="0">
                        <a:latin typeface="+mj-lt"/>
                        <a:cs typeface="Times New Roman" pitchFamily="18" charset="0"/>
                      </a:endParaRPr>
                    </a:p>
                  </a:txBody>
                  <a:tcPr marL="91439" marR="91439" marT="45741" marB="4574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j-lt"/>
                        </a:rPr>
                        <a:t>Camera: Optional (for uploading scrap images)</a:t>
                      </a:r>
                      <a:endParaRPr lang="en-US" sz="1800" b="1" dirty="0">
                        <a:latin typeface="+mj-lt"/>
                        <a:cs typeface="Times New Roman" pitchFamily="18" charset="0"/>
                      </a:endParaRPr>
                    </a:p>
                  </a:txBody>
                  <a:tcPr marL="91439" marR="91439" marT="45741" marB="45741"/>
                </a:tc>
                <a:extLst>
                  <a:ext uri="{0D108BD9-81ED-4DB2-BD59-A6C34878D82A}">
                    <a16:rowId xmlns:a16="http://schemas.microsoft.com/office/drawing/2014/main" val="1941012814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314700" y="6356350"/>
            <a:ext cx="52959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72;p24">
            <a:extLst>
              <a:ext uri="{FF2B5EF4-FFF2-40B4-BE49-F238E27FC236}">
                <a16:creationId xmlns:a16="http://schemas.microsoft.com/office/drawing/2014/main" id="{B71E2F35-3164-DD03-7899-CBA8B1A8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560E50A-147D-4796-8A59-CD0A150E2214}" type="slidenum">
              <a:rPr lang="en-US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3" name="Google Shape;173;p24">
            <a:extLst>
              <a:ext uri="{FF2B5EF4-FFF2-40B4-BE49-F238E27FC236}">
                <a16:creationId xmlns:a16="http://schemas.microsoft.com/office/drawing/2014/main" id="{60225B33-015A-E603-8B99-97ACE015F4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8555" y="1681163"/>
            <a:ext cx="10717822" cy="4019550"/>
          </a:xfrm>
        </p:spPr>
        <p:txBody>
          <a:bodyPr spcFirstLastPara="1">
            <a:normAutofit/>
          </a:bodyPr>
          <a:lstStyle/>
          <a:p>
            <a:pPr marL="0" indent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indent="-7620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0" name="Google Shape;174;p24">
            <a:extLst>
              <a:ext uri="{FF2B5EF4-FFF2-40B4-BE49-F238E27FC236}">
                <a16:creationId xmlns:a16="http://schemas.microsoft.com/office/drawing/2014/main" id="{AA378643-3567-DD9A-55C3-BB5C9DB526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9560" y="166687"/>
            <a:ext cx="10237788" cy="13255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SzPts val="3200"/>
              <a:buFont typeface="Times New Roman" panose="02020603050405020304" pitchFamily="18" charset="0"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     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LIST OF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MODULES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3340100" y="6356350"/>
            <a:ext cx="50165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3887CB-35C1-EF23-27A9-D37C8DF5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1746028"/>
            <a:ext cx="8585200" cy="313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 Shop Module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255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82600" y="1155700"/>
            <a:ext cx="9677400" cy="5021263"/>
          </a:xfrm>
        </p:spPr>
        <p:txBody>
          <a:bodyPr/>
          <a:lstStyle/>
          <a:p>
            <a:pPr marL="114300" indent="0"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A49F153-255F-45B4-805A-CF5C5BED3D22}" type="slidenum">
              <a:rPr lang="en-US" altLang="en-US" smtClean="0">
                <a:solidFill>
                  <a:schemeClr val="tx1"/>
                </a:solidFill>
              </a:rPr>
              <a:pPr/>
              <a:t>13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213100" y="6356350"/>
            <a:ext cx="5130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825716F-4D21-C708-029E-9140BA61E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937653"/>
            <a:ext cx="5029200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Registration and Login: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sign-up and login (email or social media authentication)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Forgot password and reset functionality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Profile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 profile creation and editing (name, address, contact info)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and update personal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Scrap Collection Booking: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 scrap pickup (choose date, time, type of scrap)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available scrap collection slots and choose a convenient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C4947D5-DDA0-2A7E-855C-9514FE2C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1937653"/>
            <a:ext cx="584454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Tracking and History: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Track the status of ongoing scrap pickups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past orders and their statuses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Integration: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Secure payment options (PayPal,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Stripe) for scrap collection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Payment confirmation and receipts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Receive alerts for pickup confirmation, reminders, and status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Push notifications and emails for key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0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SNIPS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3693885" y="6342380"/>
            <a:ext cx="4804229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14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Content Placeholder 18">
            <a:extLst>
              <a:ext uri="{FF2B5EF4-FFF2-40B4-BE49-F238E27FC236}">
                <a16:creationId xmlns:a16="http://schemas.microsoft.com/office/drawing/2014/main" id="{6266F6C8-C8FD-1021-4056-E32C55781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526039"/>
              </p:ext>
            </p:extLst>
          </p:nvPr>
        </p:nvGraphicFramePr>
        <p:xfrm>
          <a:off x="154940" y="962420"/>
          <a:ext cx="11882120" cy="5265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6809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5100"/>
            <a:ext cx="10515600" cy="8255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93701" y="798869"/>
            <a:ext cx="11201400" cy="5275263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800" b="1" u="sng" dirty="0">
                <a:latin typeface="Times New Roman" pitchFamily="18" charset="0"/>
                <a:cs typeface="Times New Roman" pitchFamily="18" charset="0"/>
              </a:rPr>
              <a:t>SCRAP SHOP MODULE:</a:t>
            </a:r>
          </a:p>
          <a:p>
            <a:pPr marL="114300" indent="0" algn="just">
              <a:buNone/>
            </a:pPr>
            <a:endParaRPr lang="en-GB" sz="2400" b="1" u="sng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endParaRPr lang="en-IN" sz="2400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15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467100" y="6356350"/>
            <a:ext cx="4927600" cy="365125"/>
          </a:xfrm>
        </p:spPr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EEA3BD-F891-2642-E244-D5A7B03E5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99" y="1555036"/>
            <a:ext cx="585470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Registration and Login: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Register with shop details (name, address, contact number).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Log in using credentials (email, password).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Profile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Update shop information (name, address, contact details).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Manage communication preferences (email and SMS notifications).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Inventory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Add, update, or remove scrap materials from the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Track stock availability and manage low stock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8F088F2-9540-AC31-1D64-C05ECE38B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00" y="1575128"/>
            <a:ext cx="570484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incoming scrap pickup requests and order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Accept or reject pickup requests based on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Payment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Track payments received for completed scrap pickups.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Monitor pending payments and view transaction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Notifications: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Receive notifications for new orders, status updates, and payments.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Customize notification preferences for different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01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SNIPS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3497943" y="6356350"/>
            <a:ext cx="519611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16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18">
            <a:extLst>
              <a:ext uri="{FF2B5EF4-FFF2-40B4-BE49-F238E27FC236}">
                <a16:creationId xmlns:a16="http://schemas.microsoft.com/office/drawing/2014/main" id="{9B8FD5D2-C5FD-6976-734F-A8CC029E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973996"/>
              </p:ext>
            </p:extLst>
          </p:nvPr>
        </p:nvGraphicFramePr>
        <p:xfrm>
          <a:off x="142240" y="741680"/>
          <a:ext cx="11739880" cy="5425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0019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17168"/>
            <a:ext cx="10515600" cy="94297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0777" y="882808"/>
            <a:ext cx="10680700" cy="48688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800" b="1" u="sng" dirty="0">
                <a:latin typeface="Times New Roman" pitchFamily="18" charset="0"/>
                <a:cs typeface="Times New Roman" pitchFamily="18" charset="0"/>
              </a:rPr>
              <a:t>ADMIN MODULE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114300" indent="0">
              <a:buNone/>
            </a:pPr>
            <a:endParaRPr lang="en-IN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17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149600" y="6356350"/>
            <a:ext cx="5207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A1B722-7C64-6319-3C48-9339118F7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77" y="1553063"/>
            <a:ext cx="554522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Login: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Admin can log in using credentials (username, password).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Admin can reset password if forgotten via email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and Scrap Shop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and manage user and scrap shop owner accounts (edit, delete, block).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Approve or reject new scrap shop owner registrations.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Analytics: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reports on scrap collection volume, user activity, and recycling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Monitor platform performance and identify areas for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5EB061-513C-5D8C-4652-9C79A36D1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55036"/>
            <a:ext cx="581152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 Management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Track and resolve payment-related issues (disputes, refunds).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View and monitor all financial transactions on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800" b="1" dirty="0">
                <a:solidFill>
                  <a:schemeClr val="tx1"/>
                </a:solidFill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Management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Manage website content (update terms, policies, FAQs).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Modify or update notification templates and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Notifications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Send announcements or updates to users and shop owners.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Monitor and manage system alerts for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96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136525"/>
            <a:ext cx="10972800" cy="11430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SNIPS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3120571" y="6356350"/>
            <a:ext cx="4905829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18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18">
            <a:extLst>
              <a:ext uri="{FF2B5EF4-FFF2-40B4-BE49-F238E27FC236}">
                <a16:creationId xmlns:a16="http://schemas.microsoft.com/office/drawing/2014/main" id="{B8459D4E-DADF-32EB-EFF1-63E32C78D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16949"/>
              </p:ext>
            </p:extLst>
          </p:nvPr>
        </p:nvGraphicFramePr>
        <p:xfrm>
          <a:off x="223520" y="711200"/>
          <a:ext cx="11673840" cy="5645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935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546098"/>
            <a:ext cx="10515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F41E80-F787-4B95-AA3C-AD3CF87219A8}" type="slidenum">
              <a:rPr lang="en-US" altLang="en-US" smtClean="0">
                <a:solidFill>
                  <a:schemeClr val="tx1"/>
                </a:solidFill>
              </a:rPr>
              <a:pPr/>
              <a:t>19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483429" y="6356350"/>
            <a:ext cx="5007428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7B987-A151-03D2-9CEF-8303229DF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9890" y="1694665"/>
            <a:ext cx="1141222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EcoGuardian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user-friendly platform for scrap collection and recycling.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connects users with local scrap shops, simplifying the waste management process.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streamlines scheduling pickups, tracking orders, and processing secure payments.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promotes sustainability by encouraging recycling and reducing waste.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design is easy to navigate, with real-time updates and notifications for users and shop owners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079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3977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FUTURE ENHANCEMENT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9027886" y="6320291"/>
            <a:ext cx="2583542" cy="365125"/>
          </a:xfrm>
        </p:spPr>
        <p:txBody>
          <a:bodyPr/>
          <a:lstStyle/>
          <a:p>
            <a:fld id="{CFF41E80-F787-4B95-AA3C-AD3CF87219A8}" type="slidenum">
              <a:rPr lang="en-US" altLang="en-US" smtClean="0"/>
              <a:pPr/>
              <a:t>20</a:t>
            </a:fld>
            <a:r>
              <a:rPr lang="en-US" altLang="en-US" dirty="0"/>
              <a:t>iug</a:t>
            </a:r>
            <a:r>
              <a:rPr lang="en-US" altLang="en-US" dirty="0">
                <a:solidFill>
                  <a:schemeClr val="tx1"/>
                </a:solidFill>
              </a:rPr>
              <a:t>25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831771" y="6356350"/>
            <a:ext cx="5036457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886F03-24C6-3EBE-E0A9-D5D7F7579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82286"/>
            <a:ext cx="115824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Mobile App Development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Expand the platform by developing dedicated mobile apps for both Android and iOS to increase user engagement and accessibility.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Include features like push notifications, in-app booking, and real-time updates.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Eco-Reward System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Implement a rewards system where users can earn points for recycling activities, which can be redeemed for discounts or donated to environmental causes.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This will encourage more users to engage in sustainable behavior.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1" dirty="0"/>
              <a:t>Sustainability Partnerships</a:t>
            </a:r>
            <a:r>
              <a:rPr lang="en-US" sz="2000" dirty="0"/>
              <a:t>: </a:t>
            </a:r>
          </a:p>
          <a:p>
            <a:pPr marL="360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/>
              <a:t>Partner with environmental organizations and local governments to offer incentives or support for users actively participating in recycling efforts, promoting community-wide sustainability.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060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0363-896F-02FF-90A6-3BFF265E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A7DB29-8ABD-F2A3-FFFC-17FA3B5116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A49F153-255F-45B4-805A-CF5C5BED3D22}" type="slidenum">
              <a:rPr lang="en-US" altLang="en-US" smtClean="0">
                <a:solidFill>
                  <a:schemeClr val="tx1"/>
                </a:solidFill>
              </a:rPr>
              <a:pPr/>
              <a:t>21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306A63-70C3-83C7-79E6-43CE46F4F698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060290-4817-BFA2-6346-6181055A89C0}"/>
              </a:ext>
            </a:extLst>
          </p:cNvPr>
          <p:cNvSpPr txBox="1">
            <a:spLocks/>
          </p:cNvSpPr>
          <p:nvPr/>
        </p:nvSpPr>
        <p:spPr>
          <a:xfrm>
            <a:off x="838200" y="1248230"/>
            <a:ext cx="10515600" cy="492873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F57EB-C07D-9164-E6ED-4DDADEE8654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93143" y="6356350"/>
            <a:ext cx="5544457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9C46EC-6249-7C82-DAC1-C65B96882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00" y="681036"/>
            <a:ext cx="1139952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A. Kumar, et al., “</a:t>
            </a:r>
            <a:r>
              <a:rPr lang="en-US" sz="1800" i="1" dirty="0">
                <a:latin typeface="+mj-lt"/>
              </a:rPr>
              <a:t>Web-Based Solid Waste Management System</a:t>
            </a:r>
            <a:r>
              <a:rPr lang="en-US" sz="1800" dirty="0">
                <a:latin typeface="+mj-lt"/>
              </a:rPr>
              <a:t>,” International Journal of Computer Applications, vol. 174, no. 5, pp. 1–6, Sep. 2017.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R. Gupta, et al., “</a:t>
            </a:r>
            <a:r>
              <a:rPr lang="en-US" sz="1800" i="1" dirty="0">
                <a:latin typeface="+mj-lt"/>
              </a:rPr>
              <a:t>Design and Implementation of Online Waste Collection System</a:t>
            </a:r>
            <a:r>
              <a:rPr lang="en-US" sz="1800" dirty="0">
                <a:latin typeface="+mj-lt"/>
              </a:rPr>
              <a:t>,” International Journal of Engineering Research &amp; Technology, vol. 8, no. 4, pp. 450–455, Apr. 2019.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S. Patil, et al., “</a:t>
            </a:r>
            <a:r>
              <a:rPr lang="en-US" sz="1800" i="1" dirty="0">
                <a:latin typeface="+mj-lt"/>
              </a:rPr>
              <a:t>Digital Waste Collection Platform for Urban Areas,</a:t>
            </a:r>
            <a:r>
              <a:rPr lang="en-US" sz="1800" dirty="0">
                <a:latin typeface="+mj-lt"/>
              </a:rPr>
              <a:t>” International Journal of Advanced Research in Computer Science, vol. 10, no. 3, pp. 28–33, May 2019.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V. Mehta, et al., “</a:t>
            </a:r>
            <a:r>
              <a:rPr lang="en-US" sz="1800" i="1" dirty="0">
                <a:latin typeface="+mj-lt"/>
              </a:rPr>
              <a:t>Web Application for Scrap Collection and Recycling</a:t>
            </a:r>
            <a:r>
              <a:rPr lang="en-US" sz="1800" dirty="0">
                <a:latin typeface="+mj-lt"/>
              </a:rPr>
              <a:t>,” International Journal of Scientific Research in Computer Science, vol. 7, no. 2, pp. 95–100, Feb. 2020.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K. R. Rao, et al., “</a:t>
            </a:r>
            <a:r>
              <a:rPr lang="en-US" sz="1800" i="1" dirty="0">
                <a:latin typeface="+mj-lt"/>
              </a:rPr>
              <a:t>Online Waste Pickup Scheduling System Using Web Technologies</a:t>
            </a:r>
            <a:r>
              <a:rPr lang="en-US" sz="1800" dirty="0">
                <a:latin typeface="+mj-lt"/>
              </a:rPr>
              <a:t>,” International Journal of Emerging Trends in Engineering Research, vol. 8, no. 6, pp. 2612–2617, Jun. 2020.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P. S. Naik, et al., “</a:t>
            </a:r>
            <a:r>
              <a:rPr lang="en-US" sz="1800" i="1" dirty="0">
                <a:latin typeface="+mj-lt"/>
              </a:rPr>
              <a:t>Smart Waste Management Using Web and Mobile Applications</a:t>
            </a:r>
            <a:r>
              <a:rPr lang="en-US" sz="1800" dirty="0">
                <a:latin typeface="+mj-lt"/>
              </a:rPr>
              <a:t>,” International Journal of Engineering and Advanced Technology, vol. 9, no. 5, pp. 1345–1350, May 2020.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+mj-lt"/>
              </a:rPr>
              <a:t>A. Verma, et al., “</a:t>
            </a:r>
            <a:r>
              <a:rPr lang="en-IN" sz="1800" i="1" dirty="0">
                <a:latin typeface="+mj-lt"/>
              </a:rPr>
              <a:t>Recycling Management System Using Client–Server Architecture</a:t>
            </a:r>
            <a:r>
              <a:rPr lang="en-IN" sz="1800" dirty="0">
                <a:latin typeface="+mj-lt"/>
              </a:rPr>
              <a:t>,” International Journal of Computer Science and Information Technologies, vol. 11, no. 2, pp. 212–217, 2020.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M. Joshi, et al., “</a:t>
            </a:r>
            <a:r>
              <a:rPr lang="en-US" sz="1800" i="1" dirty="0">
                <a:latin typeface="+mj-lt"/>
              </a:rPr>
              <a:t>Online Platform for Scrap Dealers and Customers</a:t>
            </a:r>
            <a:r>
              <a:rPr lang="en-US" sz="1800" dirty="0">
                <a:latin typeface="+mj-lt"/>
              </a:rPr>
              <a:t>,” </a:t>
            </a:r>
            <a:r>
              <a:rPr lang="en-US" sz="1800" i="1" dirty="0">
                <a:latin typeface="+mj-lt"/>
              </a:rPr>
              <a:t>International Journal of Innovative Research in Technology</a:t>
            </a:r>
            <a:r>
              <a:rPr lang="en-US" sz="1800" dirty="0">
                <a:latin typeface="+mj-lt"/>
              </a:rPr>
              <a:t>, vol. 6, no. 10, pp. 345–349, Jan. 2021.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+mj-lt"/>
              </a:rPr>
              <a:t>S. Kulkarni, et al., “</a:t>
            </a:r>
            <a:r>
              <a:rPr lang="en-IN" sz="1800" i="1" dirty="0">
                <a:latin typeface="+mj-lt"/>
              </a:rPr>
              <a:t>Digital Waste Management System for Sustainable Cities</a:t>
            </a:r>
            <a:r>
              <a:rPr lang="en-IN" sz="1800" dirty="0">
                <a:latin typeface="+mj-lt"/>
              </a:rPr>
              <a:t>,” </a:t>
            </a:r>
            <a:r>
              <a:rPr lang="en-IN" sz="1800" i="1" dirty="0">
                <a:latin typeface="+mj-lt"/>
              </a:rPr>
              <a:t>International Journal of Sustainable Development</a:t>
            </a:r>
            <a:r>
              <a:rPr lang="en-IN" sz="1800" dirty="0">
                <a:latin typeface="+mj-lt"/>
              </a:rPr>
              <a:t>, vol. 14, no. 1, pp. 78–84, Mar. 2021.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R. Nair, et al., “</a:t>
            </a:r>
            <a:r>
              <a:rPr lang="en-US" sz="1800" i="1" dirty="0">
                <a:latin typeface="+mj-lt"/>
              </a:rPr>
              <a:t>Web-Based Waste Tracking and Monitoring System</a:t>
            </a:r>
            <a:r>
              <a:rPr lang="en-US" sz="1800" dirty="0">
                <a:latin typeface="+mj-lt"/>
              </a:rPr>
              <a:t>,” </a:t>
            </a:r>
            <a:r>
              <a:rPr lang="en-US" sz="1800" i="1" dirty="0">
                <a:latin typeface="+mj-lt"/>
              </a:rPr>
              <a:t>International Journal of Computer Engineering and Technology</a:t>
            </a:r>
            <a:r>
              <a:rPr lang="en-US" sz="1800" dirty="0">
                <a:latin typeface="+mj-lt"/>
              </a:rPr>
              <a:t>, vol. 12, no. 3, pp. 56–62, Apr. 2021.</a:t>
            </a: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6959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737A-FFE6-34B2-6915-F53EE0EB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CFAEE9-C960-0779-79AB-C570C154A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A49F153-255F-45B4-805A-CF5C5BED3D22}" type="slidenum">
              <a:rPr lang="en-US" altLang="en-US" smtClean="0">
                <a:solidFill>
                  <a:schemeClr val="tx1"/>
                </a:solidFill>
              </a:rPr>
              <a:pPr/>
              <a:t>22</a:t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D055FC-98F9-2BDB-3BB7-24187734B6B8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62AEEA-0F70-5CFD-2D41-AA25FE3B9E17}"/>
              </a:ext>
            </a:extLst>
          </p:cNvPr>
          <p:cNvSpPr txBox="1">
            <a:spLocks/>
          </p:cNvSpPr>
          <p:nvPr/>
        </p:nvSpPr>
        <p:spPr>
          <a:xfrm>
            <a:off x="838200" y="1248230"/>
            <a:ext cx="10515600" cy="492873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F1DB7-B280-3C00-F7BE-9E6D90833F4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93143" y="6356350"/>
            <a:ext cx="5544457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EDCF51-838E-5E95-93B5-7F0618C98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90" y="757942"/>
            <a:ext cx="1127322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J. Singh, et al., “</a:t>
            </a:r>
            <a:r>
              <a:rPr lang="en-IN" sz="1800" i="1" dirty="0">
                <a:latin typeface="+mj-lt"/>
              </a:rPr>
              <a:t>Role-Based Waste Collection Management System</a:t>
            </a:r>
            <a:r>
              <a:rPr lang="en-IN" sz="1800" dirty="0">
                <a:latin typeface="+mj-lt"/>
              </a:rPr>
              <a:t>,” International Journal of Advanced Trends in Computer Science and Engineering, vol. 10, no. 2, pp. 912–918, 2021.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A. Choudhary, et al., “</a:t>
            </a:r>
            <a:r>
              <a:rPr lang="en-IN" sz="1800" i="1" dirty="0">
                <a:latin typeface="+mj-lt"/>
              </a:rPr>
              <a:t>Smart Waste Collection Platform Using Web Services</a:t>
            </a:r>
            <a:r>
              <a:rPr lang="en-IN" sz="1800" dirty="0">
                <a:latin typeface="+mj-lt"/>
              </a:rPr>
              <a:t>,” International Journal of Research in Engineering and Science, vol. 9, no. 4, pp. 42–47, Apr. 2021.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P. Malhotra, et al., “</a:t>
            </a:r>
            <a:r>
              <a:rPr lang="en-IN" sz="1800" i="1" dirty="0">
                <a:latin typeface="+mj-lt"/>
              </a:rPr>
              <a:t>Waste Recycling Management Through Online Portals</a:t>
            </a:r>
            <a:r>
              <a:rPr lang="en-IN" sz="1800" dirty="0">
                <a:latin typeface="+mj-lt"/>
              </a:rPr>
              <a:t>,” International Journal of Environmental Science and Technology, vol. 18, no. 7, pp. 1931–1938, Jul. 2021.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S. Desai, et al., “</a:t>
            </a:r>
            <a:r>
              <a:rPr lang="en-IN" sz="1800" i="1" dirty="0">
                <a:latin typeface="+mj-lt"/>
              </a:rPr>
              <a:t>Digital Solution for Scrap Collection and Inventory Management</a:t>
            </a:r>
            <a:r>
              <a:rPr lang="en-IN" sz="1800" dirty="0">
                <a:latin typeface="+mj-lt"/>
              </a:rPr>
              <a:t>,” International Journal of Innovative Science and Research Technology, vol. 6, no. 8, pp. 456–461, Aug. 2021.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N. Sharma, et al., “</a:t>
            </a:r>
            <a:r>
              <a:rPr lang="en-IN" sz="1800" i="1" dirty="0">
                <a:latin typeface="+mj-lt"/>
              </a:rPr>
              <a:t>Online System for Managing Scrap Pickup and Disposal</a:t>
            </a:r>
            <a:r>
              <a:rPr lang="en-IN" sz="1800" dirty="0">
                <a:latin typeface="+mj-lt"/>
              </a:rPr>
              <a:t>,” International Journal of Engineering Trends and Technology, vol. 69, no. 9, pp. 123–128, Sep. 2021.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T. R. Anand, et al., “</a:t>
            </a:r>
            <a:r>
              <a:rPr lang="en-IN" sz="1800" i="1" dirty="0">
                <a:latin typeface="+mj-lt"/>
              </a:rPr>
              <a:t>Web-Based Waste Disposal Monitoring System</a:t>
            </a:r>
            <a:r>
              <a:rPr lang="en-IN" sz="1800" dirty="0">
                <a:latin typeface="+mj-lt"/>
              </a:rPr>
              <a:t>,” International Journal of Computer Applications Technology and Research, vol. 11, no. 1, pp. 19–24, Jan. 2022.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H. Patel, et al., “</a:t>
            </a:r>
            <a:r>
              <a:rPr lang="en-IN" sz="1800" i="1" dirty="0">
                <a:latin typeface="+mj-lt"/>
              </a:rPr>
              <a:t>Integrated Waste Management System Using Web Applications</a:t>
            </a:r>
            <a:r>
              <a:rPr lang="en-IN" sz="1800" dirty="0">
                <a:latin typeface="+mj-lt"/>
              </a:rPr>
              <a:t>,” International Journal of Modern Engineering Research, vol. 12, no. 2, pp. 66–71, Feb. 2022.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A. Iyer, et al., “</a:t>
            </a:r>
            <a:r>
              <a:rPr lang="en-IN" sz="1800" i="1" dirty="0">
                <a:latin typeface="+mj-lt"/>
              </a:rPr>
              <a:t>Online Scrap Management System for Urban Recycling,” </a:t>
            </a:r>
            <a:r>
              <a:rPr lang="en-IN" sz="1800" dirty="0">
                <a:latin typeface="+mj-lt"/>
              </a:rPr>
              <a:t>International Journal of Computer Science Engineering and Information Technology Research, vol. 12, no. 3, pp. 101–106, Mar. 2022.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M. Karthik, et al., “</a:t>
            </a:r>
            <a:r>
              <a:rPr lang="en-IN" sz="1800" i="1" dirty="0">
                <a:latin typeface="+mj-lt"/>
              </a:rPr>
              <a:t>Web-Based Platform for Scrap Collection Services,” International Journal of Advanced Research in Engineering and Technology, </a:t>
            </a:r>
            <a:r>
              <a:rPr lang="en-IN" sz="1800" dirty="0">
                <a:latin typeface="+mj-lt"/>
              </a:rPr>
              <a:t>vol. 13, no. 4, pp. 89–94, Apr. 2022.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800" dirty="0">
                <a:latin typeface="+mj-lt"/>
              </a:rPr>
              <a:t>R. Banerjee, et al., “</a:t>
            </a:r>
            <a:r>
              <a:rPr lang="en-IN" sz="1800" i="1" dirty="0">
                <a:latin typeface="+mj-lt"/>
              </a:rPr>
              <a:t>Centralized Digital Waste Management System,” </a:t>
            </a:r>
            <a:r>
              <a:rPr lang="en-IN" sz="1800" dirty="0">
                <a:latin typeface="+mj-lt"/>
              </a:rPr>
              <a:t>International Journal of Information Technology and Management, vol. 14, no. 2, pp. 211–216, Jun. 2022.</a:t>
            </a:r>
          </a:p>
          <a:p>
            <a:pPr marL="342900" lvl="0" indent="-342900">
              <a:buFont typeface="+mj-lt"/>
              <a:buAutoNum type="arabicPeriod" startAt="11"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0233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2438400" y="1306285"/>
            <a:ext cx="7053942" cy="4151085"/>
          </a:xfrm>
        </p:spPr>
        <p:txBody>
          <a:bodyPr/>
          <a:lstStyle/>
          <a:p>
            <a:fld id="{8A49F153-255F-45B4-805A-CF5C5BED3D22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4" name="Google Shape;174;p24">
            <a:extLst>
              <a:ext uri="{FF2B5EF4-FFF2-40B4-BE49-F238E27FC236}">
                <a16:creationId xmlns:a16="http://schemas.microsoft.com/office/drawing/2014/main" id="{AA378643-3567-DD9A-55C3-BB5C9DB5260E}"/>
              </a:ext>
            </a:extLst>
          </p:cNvPr>
          <p:cNvSpPr txBox="1">
            <a:spLocks/>
          </p:cNvSpPr>
          <p:nvPr/>
        </p:nvSpPr>
        <p:spPr bwMode="auto">
          <a:xfrm>
            <a:off x="602705" y="264159"/>
            <a:ext cx="7362735" cy="5979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</a:rPr>
              <a:t>Let’s work together to build a cleaner, </a:t>
            </a:r>
            <a:r>
              <a:rPr lang="en-US" sz="5400" dirty="0">
                <a:solidFill>
                  <a:srgbClr val="00B050"/>
                </a:solidFill>
                <a:latin typeface="Times New Roman" panose="02020603050405020304" pitchFamily="18" charset="0"/>
              </a:rPr>
              <a:t>greener</a:t>
            </a:r>
            <a:r>
              <a:rPr lang="en-US" sz="5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</a:rPr>
              <a:t> future</a:t>
            </a:r>
            <a:r>
              <a:rPr lang="en-US" sz="6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</a:rPr>
              <a:t>.</a:t>
            </a:r>
            <a:endParaRPr lang="en-US" sz="6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3686629" y="6356350"/>
            <a:ext cx="4862285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9DA6C-4E08-91F2-43FB-D49E0A6A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040" y="58057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4865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 13 1</Template>
  <TotalTime>1373</TotalTime>
  <Words>2694</Words>
  <Application>Microsoft Office PowerPoint</Application>
  <PresentationFormat>Widescreen</PresentationFormat>
  <Paragraphs>321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Wingdings</vt:lpstr>
      <vt:lpstr>Arial Narrow</vt:lpstr>
      <vt:lpstr>Times New Roman</vt:lpstr>
      <vt:lpstr>Oi</vt:lpstr>
      <vt:lpstr>Arial</vt:lpstr>
      <vt:lpstr>2_Office Theme</vt:lpstr>
      <vt:lpstr>                 PANIMALAR ENGINEERING COLLEGE                                     (An Autonomous Institution)                          Bangalore Trunk Road, Varadharajapuram                                   Poonamallee,Chennai-600 123 </vt:lpstr>
      <vt:lpstr>OVERVIEW</vt:lpstr>
      <vt:lpstr>OBJECTIVE</vt:lpstr>
      <vt:lpstr>                                          ABSTRACT</vt:lpstr>
      <vt:lpstr>                              LITERATURE SURVEY</vt:lpstr>
      <vt:lpstr>                               EXISTING SYSTEM</vt:lpstr>
      <vt:lpstr>LIMITATIONS OF EXISTING SYSTEM</vt:lpstr>
      <vt:lpstr>                                   PROPOSED SYSTEM</vt:lpstr>
      <vt:lpstr>ADVANTAGES OF PROPOSED SYSTEM </vt:lpstr>
      <vt:lpstr>ARCHITECTURE DIAGRAM</vt:lpstr>
      <vt:lpstr>SYSTEM REQUIRED SPECIFICATIONS</vt:lpstr>
      <vt:lpstr>                                     LIST OF MODULES</vt:lpstr>
      <vt:lpstr>MODULE 1</vt:lpstr>
      <vt:lpstr>OUTPUT SNIPS</vt:lpstr>
      <vt:lpstr>MODULE 2</vt:lpstr>
      <vt:lpstr>OUTPUT SNIPS</vt:lpstr>
      <vt:lpstr>MODULE 3</vt:lpstr>
      <vt:lpstr>OUTPUT SNIPS</vt:lpstr>
      <vt:lpstr>CONCLUSION</vt:lpstr>
      <vt:lpstr>FUTURE ENHANCEMENT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PANIMALAR ENGINEERING  COLLEGE</dc:title>
  <dc:creator>Sowmiya R</dc:creator>
  <cp:lastModifiedBy>rajtharun0806@gmail.com</cp:lastModifiedBy>
  <cp:revision>56</cp:revision>
  <dcterms:created xsi:type="dcterms:W3CDTF">2023-10-17T12:30:06Z</dcterms:created>
  <dcterms:modified xsi:type="dcterms:W3CDTF">2026-07-27T04:53:29Z</dcterms:modified>
</cp:coreProperties>
</file>